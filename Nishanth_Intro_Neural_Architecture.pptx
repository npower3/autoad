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bede2872b2743e0" /><Relationship Type="http://schemas.openxmlformats.org/officeDocument/2006/relationships/extended-properties" Target="/docProps/app.xml" Id="R78f0f1253aa54607" /><Relationship Type="http://schemas.openxmlformats.org/officeDocument/2006/relationships/officeDocument" Target="/ppt/presentation.xml" Id="R6c9b5d642c194802" /></Relationships>
</file>

<file path=ppt/presentation.xml><?xml version="1.0" encoding="utf-8"?>
<p:presentation xmlns:p="http://schemas.openxmlformats.org/presentationml/2006/main">
  <p:sldMasterIdLst>
    <p:sldMasterId xmlns:r="http://schemas.openxmlformats.org/officeDocument/2006/relationships" id="2147483648" r:id="R5e4c80def96b48a2"/>
  </p:sldMasterIdLst>
  <p:notesMasterIdLst>
    <p:notesMasterId xmlns:r="http://schemas.openxmlformats.org/officeDocument/2006/relationships" r:id="R11f559ea78494f92"/>
  </p:notesMasterIdLst>
  <p:sldIdLst>
    <p:sldId xmlns:r="http://schemas.openxmlformats.org/officeDocument/2006/relationships" id="256" r:id="Rcd9752be142a4a0c"/>
    <p:sldId xmlns:r="http://schemas.openxmlformats.org/officeDocument/2006/relationships" id="257" r:id="R95c38123af5d47e5"/>
    <p:sldId xmlns:r="http://schemas.openxmlformats.org/officeDocument/2006/relationships" id="258" r:id="R418853a1ddc94d32"/>
    <p:sldId xmlns:r="http://schemas.openxmlformats.org/officeDocument/2006/relationships" id="259" r:id="Rbec267745e0d4928"/>
    <p:sldId xmlns:r="http://schemas.openxmlformats.org/officeDocument/2006/relationships" id="260" r:id="Rf063708644284741"/>
    <p:sldId xmlns:r="http://schemas.openxmlformats.org/officeDocument/2006/relationships" id="261" r:id="R0e1cfb41305d420f"/>
    <p:sldId xmlns:r="http://schemas.openxmlformats.org/officeDocument/2006/relationships" id="262" r:id="Ra3b0000874944fd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5e6a66b21134178" /><Relationship Type="http://schemas.openxmlformats.org/officeDocument/2006/relationships/slideMaster" Target="/ppt/slideMasters/slideMaster1.xml" Id="R5e4c80def96b48a2" /><Relationship Type="http://schemas.openxmlformats.org/officeDocument/2006/relationships/notesMaster" Target="/ppt/notesMasters/notesMaster1.xml" Id="R11f559ea78494f92" /><Relationship Type="http://schemas.openxmlformats.org/officeDocument/2006/relationships/presProps" Target="/ppt/presProps.xml" Id="Rce940e35857d4ab2" /><Relationship Type="http://schemas.openxmlformats.org/officeDocument/2006/relationships/tableStyles" Target="/ppt/tableStyles.xml" Id="Rd598fef07b474576" /><Relationship Type="http://schemas.openxmlformats.org/officeDocument/2006/relationships/slide" Target="/ppt/slides/slide1.xml" Id="Rcd9752be142a4a0c" /><Relationship Type="http://schemas.openxmlformats.org/officeDocument/2006/relationships/slide" Target="/ppt/slides/slide2.xml" Id="R95c38123af5d47e5" /><Relationship Type="http://schemas.openxmlformats.org/officeDocument/2006/relationships/slide" Target="/ppt/slides/slide3.xml" Id="R418853a1ddc94d32" /><Relationship Type="http://schemas.openxmlformats.org/officeDocument/2006/relationships/slide" Target="/ppt/slides/slide4.xml" Id="Rbec267745e0d4928" /><Relationship Type="http://schemas.openxmlformats.org/officeDocument/2006/relationships/slide" Target="/ppt/slides/slide5.xml" Id="Rf063708644284741" /><Relationship Type="http://schemas.openxmlformats.org/officeDocument/2006/relationships/slide" Target="/ppt/slides/slide6.xml" Id="R0e1cfb41305d420f" /><Relationship Type="http://schemas.openxmlformats.org/officeDocument/2006/relationships/slide" Target="/ppt/slides/slide7.xml" Id="Ra3b0000874944fd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3ae085258143c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e4420a3a6640de" /><Relationship Type="http://schemas.openxmlformats.org/officeDocument/2006/relationships/notesMaster" Target="/ppt/notesMasters/notesMaster1.xml" Id="R6f6a8a4ca0504f4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ee4f9c2ceb24941" /><Relationship Type="http://schemas.openxmlformats.org/officeDocument/2006/relationships/notesMaster" Target="/ppt/notesMasters/notesMaster1.xml" Id="R3feaa6ad68964fab" /></Relationships>
</file>

<file path=ppt/notesSlides/_rels/notesSlide3.xml.rels>&#65279;<?xml version="1.0" encoding="utf-8"?><Relationships xmlns="http://schemas.openxmlformats.org/package/2006/relationships"><Relationship Type="http://schemas.openxmlformats.org/officeDocument/2006/relationships/slide" Target="/ppt/slides/slide3.xml" Id="R8b3580a7b2f146bd" /><Relationship Type="http://schemas.openxmlformats.org/officeDocument/2006/relationships/notesMaster" Target="/ppt/notesMasters/notesMaster1.xml" Id="Rfb2ece21c5da4add" /></Relationships>
</file>

<file path=ppt/notesSlides/_rels/notesSlide4.xml.rels>&#65279;<?xml version="1.0" encoding="utf-8"?><Relationships xmlns="http://schemas.openxmlformats.org/package/2006/relationships"><Relationship Type="http://schemas.openxmlformats.org/officeDocument/2006/relationships/slide" Target="/ppt/slides/slide4.xml" Id="R7ea0432a44ac4038" /><Relationship Type="http://schemas.openxmlformats.org/officeDocument/2006/relationships/notesMaster" Target="/ppt/notesMasters/notesMaster1.xml" Id="Rb51a5c1cc27e43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30bed4f2c5b54fcb" /><Relationship Type="http://schemas.openxmlformats.org/officeDocument/2006/relationships/notesMaster" Target="/ppt/notesMasters/notesMaster1.xml" Id="R71173b9f97c64d06" /></Relationships>
</file>

<file path=ppt/notesSlides/_rels/notesSlide6.xml.rels>&#65279;<?xml version="1.0" encoding="utf-8"?><Relationships xmlns="http://schemas.openxmlformats.org/package/2006/relationships"><Relationship Type="http://schemas.openxmlformats.org/officeDocument/2006/relationships/slide" Target="/ppt/slides/slide6.xml" Id="R4daa1ae724854bf6" /><Relationship Type="http://schemas.openxmlformats.org/officeDocument/2006/relationships/notesMaster" Target="/ppt/notesMasters/notesMaster1.xml" Id="R110b5bb8a5544181" /></Relationships>
</file>

<file path=ppt/notesSlides/_rels/notesSlide7.xml.rels>&#65279;<?xml version="1.0" encoding="utf-8"?><Relationships xmlns="http://schemas.openxmlformats.org/package/2006/relationships"><Relationship Type="http://schemas.openxmlformats.org/officeDocument/2006/relationships/slide" Target="/ppt/slides/slide7.xml" Id="R50fd00d0033b4daa" /><Relationship Type="http://schemas.openxmlformats.org/officeDocument/2006/relationships/notesMaster" Target="/ppt/notesMasters/notesMaster1.xml" Id="R2942757bc91c44c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 everyone, I’m Nishanth. Here is my personal knowledge graph. This is my third chapter at Novartis: Conext in v1, NBS IT in v2, and DS&amp;AI in v3. One relationship has stayed constant across all three: Arun has been my manager. Three versions, one very stable dependency! I studied at NIT Rourkela and worked on AI products at Walmart and Optum. My skills span graphs, GNNs, GraphRAG, multimodal AI and language models. At home, my two sons keep the interrupt queue full, so the hobbies node is currently extinct. Source: user-provided personal and manager details, supplied résumé and visible conversation context. Jokes are playful metaphors.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peaks make this visually bimodal. It is not a fitted Gamma distribution: a standard Gamma has at most one interior mode. Gamma shape and scale parameters cannot be inferred from this categorical sketch. Kurtosis measures tail heaviness rather than simply peak sharpness. Neither kurtosis nor skewness has a defensible statistical interpretation for arbitrarily ordered skill categories. The takeaway is two deep specialisations with broad supporting skills. This is a conceptual picture of my expertise, based on the relative shape of my own sketch. My deepest focus is Graph AI, followed by fine-tuning and post-training language models. I also work across multimodal AI, classical ML, optimisation and agentic systems. The domains differ in what we model or optimise: decisions and constraints in optimisation; relational structure in graphs; model weights and learning signals in post-training; image-text representations in multimodal AI; statistical prediction in classical ML; and tools, state and feedback in agentic workflows. These areas overlap. For example, an agentic workflow can use GraphRAG and a fine-tuned multimodal model. The horizontal order is categorical, not a progression or time axis, and the smooth curve is an illustrative self-assessment, not a probability density, benchmark or measured allocation. The internal chart numbers only reproduce the shape of the supplied sketch and have no measurement units. Source: user-provided image(1).png and visible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like to think of my portfolio as a neural architecture. The inputs are product images and text, connected entities, and temporal signals. The middle layer represents shared methods: multimodal encoders, graph learning, temporal models and language models with GraphRAG. The application heads represent catalogue intelligence, counterfeit and offensive-content detection, One Demand forecasting with graphs, duplicate item detection with knowledge graphs, seller fraud, and live code and TDD graphs. Feedback and validation improve the relevant systems. This is a visual metaphor across projects, not a claim that all applications share one jointly trained model, or that GAN or deep-RL architectures were used for every project. Connections illustrate shared methods rather than a full execution pipeline. Source: user-provided domain list and visible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was part of Walmart’s Retail Graph team. Before talking about individual projects, I like to start with the foundation: a graph of stores, sellers, items and the relationships between them. We used the graph database to store and retrieve connected information. Graph queries let us traverse relationships directly, which is useful for relationship-heavy retrieval. On top of that foundation, we built different kinds of intelligence. Retrieval performance depends on the query, indexing and implementation, so this is not a blanket speed comparison with relational databases. Source: user-provided narrative and supplied résumé, page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think of this as a set of capabilities built on the same foundation. First, traditional graph queries retrieve known relationships. Then node similarity helps find comparable stores, sellers or items, while community detection finds groups such as potentially colluding sellers. Those signals can support forecasting, recommendation and search systems. GNNs learn from attributes and graph structure to predict outcomes, including seller fraud and cold-start demand. Finally, GraphRAG retrieves connected evidence for an LLM. These capabilities can complement one another; they are not mandatory sequential stages. Source: user-provided narrative and supplied résumé, pages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Optum, the same graph idea extends into data interoperability. Here the context is code, business rules and transformation logic, and test-driven-development logic. I present these as separate graph views, connected through a shared live graph. That lets GraphRAG retrieve the relevant rule, its implementation, dependencies and associated tests together. The context can support code generation, human-guided code changes, change-impact analysis and root-cause investigation. Human feedback and accepted changes feed back into the graph. “Linked live graph” is a descriptive label for the architecture in the user’s narrative, not a named vendor product. The résumé confirms semantic graphs, multi-agent transformation, natural-language corrections and validation; the detailed code/rule/test structure comes from the user’s latest description. Source: supplied résumé, page 2, and user-provided architecture narrative.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other focus was multimodal Trust &amp; Safety. These systems combined product images, text and brand-similarity signals. I worked on offensive items, counterfeit detection and catalogue attributes, with a Health &amp; Beauty prohibited-attribute patent filed. The counterfeit pipeline flagged over 20,000 items a day at around 90% precision. The model list reflects the broader Walmart portfolio, not a claim that every model was used in the same pipeline. Source: supplied résumé, pages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4d8a08f743d4f2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c9a28724df5420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a0d2b16d6ee484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0ca517a4c394b8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a786f11610843e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d02c8a0c66245f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700B54C-7BD8-4F67-A787-8B93A8DFA11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2DC4073-974A-4050-9655-75537CC5CF9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6AC66E6-A8C7-4B12-9160-16A2DEC7401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195B3BF-5928-4CE6-9936-20AE76D61DA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3104115-5260-42E1-B2C4-DF4AF9EC4C6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78EC21C-A5A8-472A-B7AF-68EA36C7F5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3A9C5C9-02EE-4044-80E5-1762CDDCD18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3BC644C-993A-46A4-97F8-31BE11CDCB3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7A20BC5-65D6-4894-A4CF-D47F558C197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96CCE03-0BAD-44B4-ABBF-0BCA4AB8544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d16b375bb9f4561" /><Relationship Type="http://schemas.openxmlformats.org/officeDocument/2006/relationships/slideLayout" Target="/ppt/slideLayouts/slideLayout1.xml" Id="Re81978012ba64e75" /><Relationship Type="http://schemas.openxmlformats.org/officeDocument/2006/relationships/slideLayout" Target="/ppt/slideLayouts/slideLayout2.xml" Id="R6beb2a9f4a224413" /><Relationship Type="http://schemas.openxmlformats.org/officeDocument/2006/relationships/slideLayout" Target="/ppt/slideLayouts/slideLayout3.xml" Id="Ra5a9708d607240ff" /><Relationship Type="http://schemas.openxmlformats.org/officeDocument/2006/relationships/slideLayout" Target="/ppt/slideLayouts/slideLayout4.xml" Id="R49e626124d534600" /><Relationship Type="http://schemas.openxmlformats.org/officeDocument/2006/relationships/slideLayout" Target="/ppt/slideLayouts/slideLayout5.xml" Id="R0b69f3d0fbc54780" /><Relationship Type="http://schemas.openxmlformats.org/officeDocument/2006/relationships/slideLayout" Target="/ppt/slideLayouts/slideLayout6.xml" Id="R0bc30809760d44c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1978012ba64e75"/>
    <p:sldLayoutId xmlns:r="http://schemas.openxmlformats.org/officeDocument/2006/relationships" id="2147483650" r:id="R6beb2a9f4a224413"/>
    <p:sldLayoutId xmlns:r="http://schemas.openxmlformats.org/officeDocument/2006/relationships" id="2147483651" r:id="Ra5a9708d607240ff"/>
    <p:sldLayoutId xmlns:r="http://schemas.openxmlformats.org/officeDocument/2006/relationships" id="2147483652" r:id="R49e626124d534600"/>
    <p:sldLayoutId xmlns:r="http://schemas.openxmlformats.org/officeDocument/2006/relationships" id="2147483653" r:id="R0b69f3d0fbc54780"/>
    <p:sldLayoutId xmlns:r="http://schemas.openxmlformats.org/officeDocument/2006/relationships" id="2147483654" r:id="R0bc30809760d44c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5ba4c24b2344069" /><Relationship Type="http://schemas.openxmlformats.org/officeDocument/2006/relationships/notesSlide" Target="/ppt/notesSlides/notesSlide1.xml" Id="R69336ba00c034a4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b74d94e345d4e37" /><Relationship Type="http://schemas.openxmlformats.org/officeDocument/2006/relationships/chart" Target="/ppt/slides/charts/chart1.xml" Id="R8ada12d1351d49ad" /><Relationship Type="http://schemas.openxmlformats.org/officeDocument/2006/relationships/notesSlide" Target="/ppt/notesSlides/notesSlide2.xml" Id="R703e64d0109045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b9162cb4ac84a82" /><Relationship Type="http://schemas.openxmlformats.org/officeDocument/2006/relationships/notesSlide" Target="/ppt/notesSlides/notesSlide3.xml" Id="R1dbbf0e6a74a4ba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8b207d34db940bc" /><Relationship Type="http://schemas.openxmlformats.org/officeDocument/2006/relationships/notesSlide" Target="/ppt/notesSlides/notesSlide4.xml" Id="R4333f6c76c7548d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9603a8936884571" /><Relationship Type="http://schemas.openxmlformats.org/officeDocument/2006/relationships/notesSlide" Target="/ppt/notesSlides/notesSlide5.xml" Id="Reedfa4ab6b3f423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42295de134d40ee" /><Relationship Type="http://schemas.openxmlformats.org/officeDocument/2006/relationships/notesSlide" Target="/ppt/notesSlides/notesSlide6.xml" Id="R07be850b4e50418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c098bb9d6444caa" /><Relationship Type="http://schemas.openxmlformats.org/officeDocument/2006/relationships/notesSlide" Target="/ppt/notesSlides/notesSlide7.xml" Id="R3b64dc76c8c946e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Illustrative expertise profile</c:v>
          </c:tx>
          <c:spPr>
            <a:ln xmlns:a="http://schemas.openxmlformats.org/drawingml/2006/main" w="38100">
              <a:solidFill>
                <a:srgbClr val="6CE5D0"/>
              </a:solidFill>
              <a:prstDash val="solid"/>
            </a:ln>
          </c:spPr>
          <c:marker>
            <c:symbol val="none"/>
          </c:marker>
          <c:cat>
            <c:strRef>
              <c:f>'Chart Data'!$A$2:$A$9</c:f>
              <c:strCache>
                <c:ptCount val="8"/>
                <c:pt idx="0">
                  <c:v>Optimization</c:v>
                </c:pt>
                <c:pt idx="1">
                  <c:v>Graph AI</c:v>
                </c:pt>
                <c:pt idx="2">
                  <c:v>Transition A</c:v>
                </c:pt>
                <c:pt idx="3">
                  <c:v>Post-training</c:v>
                </c:pt>
                <c:pt idx="4">
                  <c:v>Multimodal</c:v>
                </c:pt>
                <c:pt idx="5">
                  <c:v>Classical ML</c:v>
                </c:pt>
                <c:pt idx="6">
                  <c:v>Transition B</c:v>
                </c:pt>
                <c:pt idx="7">
                  <c:v>Agentic AI</c:v>
                </c:pt>
              </c:strCache>
            </c:strRef>
          </c:cat>
          <c:val>
            <c:numRef>
              <c:f>'Chart Data'!$B$2:$B$9</c:f>
              <c:numCache>
                <c:formatCode>General</c:formatCode>
                <c:ptCount val="8"/>
                <c:pt idx="0">
                  <c:v>0.6</c:v>
                </c:pt>
                <c:pt idx="1">
                  <c:v>5</c:v>
                </c:pt>
                <c:pt idx="2">
                  <c:v>2.65</c:v>
                </c:pt>
                <c:pt idx="3">
                  <c:v>3.9</c:v>
                </c:pt>
                <c:pt idx="4">
                  <c:v>2.1</c:v>
                </c:pt>
                <c:pt idx="5">
                  <c:v>1.35</c:v>
                </c:pt>
                <c:pt idx="6">
                  <c:v>1.35</c:v>
                </c:pt>
                <c:pt idx="7">
                  <c:v>1.65</c:v>
                </c:pt>
              </c:numCache>
            </c:numRef>
          </c:val>
          <c:smooth val="1"/>
        </c:ser>
        <c:dLbls>
          <c:txPr>
            <a:bodyPr xmlns:a="http://schemas.openxmlformats.org/drawingml/2006/main" anchorCtr="1"/>
            <a:lstStyle xmlns:a="http://schemas.openxmlformats.org/drawingml/2006/main"/>
            <a:p xmlns:a="http://schemas.openxmlformats.org/drawingml/2006/main">
              <a:pPr>
                <a:defRPr>
                  <a:latin typeface="DejaVu Sans"/>
                  <a:ea typeface="DejaVu Sans"/>
                  <a:cs typeface="DejaVu Sans"/>
                </a:defRPr>
              </a:pPr>
            </a:p>
          </c:txPr>
          <c:showLegendKey val="0"/>
          <c:showVal val="0"/>
          <c:showCatName val="0"/>
          <c:showSerName val="0"/>
          <c:showPercent val="0"/>
          <c:showBubbleSize val="0"/>
          <c:showLeaderLines val="0"/>
        </c:dLbls>
        <c:smooth val="1"/>
        <c:axId val="48650112"/>
        <c:axId val="48672768"/>
      </c:lineChart>
      <c:catAx>
        <c:axId val="48650112"/>
        <c:scaling>
          <c:orientation val="minMax"/>
        </c:scaling>
        <c:delete val="0"/>
        <c:axPos val="b"/>
        <c:numFmt formatCode="General"/>
        <c:majorTickMark val="none"/>
        <c:minorTickMark val="none"/>
        <c:tickLblPos val="none"/>
        <c:spPr>
          <a:ln xmlns:a="http://schemas.openxmlformats.org/drawingml/2006/main" w="9525">
            <a:solidFill>
              <a:srgbClr val="456078"/>
            </a:solidFill>
            <a:prstDash val="solid"/>
          </a:ln>
        </c:spPr>
        <c:txPr>
          <a:bodyPr xmlns:a="http://schemas.openxmlformats.org/drawingml/2006/main" anchorCtr="1"/>
          <a:lstStyle xmlns:a="http://schemas.openxmlformats.org/drawingml/2006/main"/>
          <a:p xmlns:a="http://schemas.openxmlformats.org/drawingml/2006/main">
            <a:pPr>
              <a:defRPr sz="1425">
                <a:solidFill>
                  <a:srgbClr val="DAE4F3"/>
                </a:solidFill>
                <a:latin typeface="DejaVu Sans"/>
                <a:ea typeface="DejaVu Sans"/>
                <a:cs typeface="DejaVu Sans"/>
              </a:defRPr>
            </a:pPr>
          </a:p>
        </c:txPr>
        <c:crossAx val="48672768"/>
      </c:catAx>
      <c:valAx>
        <c:axId val="48672768"/>
        <c:scaling>
          <c:orientation val="minMax"/>
          <c:max val="5.5"/>
          <c:min val="0"/>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50112"/>
        <c:crossBetween val="between"/>
      </c:valAx>
      <c:spPr>
        <a:solidFill xmlns:a="http://schemas.openxmlformats.org/drawingml/2006/main">
          <a:srgbClr val="0B1423"/>
        </a:solidFill>
        <a:ln xmlns:a="http://schemas.openxmlformats.org/drawingml/2006/main" w="0">
          <a:noFill/>
          <a:prstDash val="solid"/>
        </a:ln>
      </c:spPr>
    </c:plotArea>
    <c:plotVisOnly val="1"/>
  </c:chart>
  <c:spPr>
    <a:solidFill xmlns:a="http://schemas.openxmlformats.org/drawingml/2006/main">
      <a:srgbClr val="0B1423"/>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B1423"/>
        </a:solidFill>
      </p:bgPr>
    </p:bg>
    <p:spTree>
      <p:nvGrpSpPr>
        <p:cNvPr id="1" name=""/>
        <p:cNvGrpSpPr/>
        <p:nvPr/>
      </p:nvGrpSpPr>
      <p:grpSpPr>
        <a:xfrm xmlns:a="http://schemas.openxmlformats.org/drawingml/2006/main"/>
      </p:grpSpPr>
      <p:cxnSp>
        <p:nvCxnSpPr>
          <p:cNvPr id="36" name="">
            <a:extLst xmlns:a="http://schemas.openxmlformats.org/drawingml/2006/main">
              <a:ext uri="{FF2B5EF4-FFF2-40B4-BE49-F238E27FC236}">
                <a16:creationId xmlns:a16="http://schemas.microsoft.com/office/drawing/2014/main" id="{2FAFF600-BAD7-4A71-A8F8-350A170A51D7}"/>
              </a:ext>
            </a:extLst>
          </p:cNvPr>
          <p:cNvCxnSpPr>
            <a:stCxn xmlns:a="http://schemas.openxmlformats.org/drawingml/2006/main" id="23" idx="3"/>
            <a:endCxn xmlns:a="http://schemas.openxmlformats.org/drawingml/2006/main" id="21" idx="7"/>
          </p:cNvCxnSpPr>
          <p:nvPr/>
        </p:nvCxnSpPr>
        <p:spPr>
          <a:xfrm xmlns:a="http://schemas.openxmlformats.org/drawingml/2006/main" flipH="1">
            <a:off x="9390132" y="3905564"/>
            <a:ext cx="1058479" cy="534604"/>
          </a:xfrm>
          <a:prstGeom xmlns:a="http://schemas.openxmlformats.org/drawingml/2006/main" prst="straightConnector1">
            <a:avLst/>
          </a:prstGeom>
          <a:ln xmlns:a="http://schemas.openxmlformats.org/drawingml/2006/main" w="19050">
            <a:solidFill>
              <a:srgbClr val="FFBA7B"/>
            </a:solidFill>
            <a:prstDash val="solid"/>
            <a:tailEnd type="arrow" w="sm" len="sm"/>
          </a:ln>
        </p:spPr>
      </p:cxnSp>
      <p:cxnSp>
        <p:nvCxnSpPr>
          <p:cNvPr id="35" name="">
            <a:extLst xmlns:a="http://schemas.openxmlformats.org/drawingml/2006/main">
              <a:ext uri="{FF2B5EF4-FFF2-40B4-BE49-F238E27FC236}">
                <a16:creationId xmlns:a16="http://schemas.microsoft.com/office/drawing/2014/main" id="{E22E966A-5B18-438F-8E0E-789CAA5D8736}"/>
              </a:ext>
            </a:extLst>
          </p:cNvPr>
          <p:cNvCxnSpPr>
            <a:stCxn xmlns:a="http://schemas.openxmlformats.org/drawingml/2006/main" id="23" idx="2"/>
            <a:endCxn xmlns:a="http://schemas.openxmlformats.org/drawingml/2006/main" id="19" idx="6"/>
          </p:cNvCxnSpPr>
          <p:nvPr/>
        </p:nvCxnSpPr>
        <p:spPr>
          <a:xfrm xmlns:a="http://schemas.openxmlformats.org/drawingml/2006/main" flipH="1">
            <a:off x="9563100" y="3400425"/>
            <a:ext cx="676275" cy="0"/>
          </a:xfrm>
          <a:prstGeom xmlns:a="http://schemas.openxmlformats.org/drawingml/2006/main" prst="straightConnector1">
            <a:avLst/>
          </a:prstGeom>
          <a:ln xmlns:a="http://schemas.openxmlformats.org/drawingml/2006/main" w="19050">
            <a:solidFill>
              <a:srgbClr val="FFBA7B"/>
            </a:solidFill>
            <a:prstDash val="solid"/>
            <a:tailEnd type="arrow" w="sm" len="sm"/>
          </a:ln>
        </p:spPr>
      </p:cxnSp>
      <p:cxnSp>
        <p:nvCxnSpPr>
          <p:cNvPr id="34" name="">
            <a:extLst xmlns:a="http://schemas.openxmlformats.org/drawingml/2006/main">
              <a:ext uri="{FF2B5EF4-FFF2-40B4-BE49-F238E27FC236}">
                <a16:creationId xmlns:a16="http://schemas.microsoft.com/office/drawing/2014/main" id="{272A1ACD-15F0-498F-A555-F27E6BE9F059}"/>
              </a:ext>
            </a:extLst>
          </p:cNvPr>
          <p:cNvCxnSpPr>
            <a:stCxn xmlns:a="http://schemas.openxmlformats.org/drawingml/2006/main" id="23" idx="1"/>
            <a:endCxn xmlns:a="http://schemas.openxmlformats.org/drawingml/2006/main" id="17" idx="5"/>
          </p:cNvCxnSpPr>
          <p:nvPr/>
        </p:nvCxnSpPr>
        <p:spPr>
          <a:xfrm xmlns:a="http://schemas.openxmlformats.org/drawingml/2006/main" flipH="1" flipV="1">
            <a:off x="9390132" y="2360682"/>
            <a:ext cx="1058479" cy="534604"/>
          </a:xfrm>
          <a:prstGeom xmlns:a="http://schemas.openxmlformats.org/drawingml/2006/main" prst="straightConnector1">
            <a:avLst/>
          </a:prstGeom>
          <a:ln xmlns:a="http://schemas.openxmlformats.org/drawingml/2006/main" w="19050">
            <a:solidFill>
              <a:srgbClr val="FFBA7B"/>
            </a:solidFill>
            <a:prstDash val="solid"/>
            <a:tailEnd type="arrow" w="sm" len="sm"/>
          </a:ln>
        </p:spPr>
      </p:cxnSp>
      <p:cxnSp>
        <p:nvCxnSpPr>
          <p:cNvPr id="33" name="">
            <a:extLst xmlns:a="http://schemas.openxmlformats.org/drawingml/2006/main">
              <a:ext uri="{FF2B5EF4-FFF2-40B4-BE49-F238E27FC236}">
                <a16:creationId xmlns:a16="http://schemas.microsoft.com/office/drawing/2014/main" id="{FBA7431D-2F14-4A0E-92B9-1DFFAE6A9C0B}"/>
              </a:ext>
            </a:extLst>
          </p:cNvPr>
          <p:cNvCxnSpPr>
            <a:stCxn xmlns:a="http://schemas.openxmlformats.org/drawingml/2006/main" id="15" idx="5"/>
            <a:endCxn xmlns:a="http://schemas.openxmlformats.org/drawingml/2006/main" id="21" idx="1"/>
          </p:cNvCxnSpPr>
          <p:nvPr/>
        </p:nvCxnSpPr>
        <p:spPr>
          <a:xfrm xmlns:a="http://schemas.openxmlformats.org/drawingml/2006/main">
            <a:off x="7336199" y="3878624"/>
            <a:ext cx="1218769" cy="561544"/>
          </a:xfrm>
          <a:prstGeom xmlns:a="http://schemas.openxmlformats.org/drawingml/2006/main" prst="straightConnector1">
            <a:avLst/>
          </a:prstGeom>
          <a:ln xmlns:a="http://schemas.openxmlformats.org/drawingml/2006/main" w="19050">
            <a:solidFill>
              <a:srgbClr val="70E2CE"/>
            </a:solidFill>
            <a:prstDash val="solid"/>
            <a:tailEnd type="arrow" w="sm" len="sm"/>
          </a:ln>
        </p:spPr>
      </p:cxnSp>
      <p:cxnSp>
        <p:nvCxnSpPr>
          <p:cNvPr id="32" name="">
            <a:extLst xmlns:a="http://schemas.openxmlformats.org/drawingml/2006/main">
              <a:ext uri="{FF2B5EF4-FFF2-40B4-BE49-F238E27FC236}">
                <a16:creationId xmlns:a16="http://schemas.microsoft.com/office/drawing/2014/main" id="{5DEBC1A7-2CE7-4B6C-BC42-25E6F38E2376}"/>
              </a:ext>
            </a:extLst>
          </p:cNvPr>
          <p:cNvCxnSpPr>
            <a:stCxn xmlns:a="http://schemas.openxmlformats.org/drawingml/2006/main" id="15" idx="6"/>
            <a:endCxn xmlns:a="http://schemas.openxmlformats.org/drawingml/2006/main" id="19" idx="2"/>
          </p:cNvCxnSpPr>
          <p:nvPr/>
        </p:nvCxnSpPr>
        <p:spPr>
          <a:xfrm xmlns:a="http://schemas.openxmlformats.org/drawingml/2006/main">
            <a:off x="7534275" y="3400425"/>
            <a:ext cx="847725" cy="0"/>
          </a:xfrm>
          <a:prstGeom xmlns:a="http://schemas.openxmlformats.org/drawingml/2006/main" prst="straightConnector1">
            <a:avLst/>
          </a:prstGeom>
          <a:ln xmlns:a="http://schemas.openxmlformats.org/drawingml/2006/main" w="19050">
            <a:solidFill>
              <a:srgbClr val="C7A1FF"/>
            </a:solidFill>
            <a:prstDash val="solid"/>
            <a:tailEnd type="arrow" w="sm" len="sm"/>
          </a:ln>
        </p:spPr>
      </p:cxnSp>
      <p:cxnSp>
        <p:nvCxnSpPr>
          <p:cNvPr id="31" name="">
            <a:extLst xmlns:a="http://schemas.openxmlformats.org/drawingml/2006/main">
              <a:ext uri="{FF2B5EF4-FFF2-40B4-BE49-F238E27FC236}">
                <a16:creationId xmlns:a16="http://schemas.microsoft.com/office/drawing/2014/main" id="{CC4A2105-C58E-46EC-997E-1CE4CAF588F8}"/>
              </a:ext>
            </a:extLst>
          </p:cNvPr>
          <p:cNvCxnSpPr>
            <a:stCxn xmlns:a="http://schemas.openxmlformats.org/drawingml/2006/main" id="15" idx="7"/>
            <a:endCxn xmlns:a="http://schemas.openxmlformats.org/drawingml/2006/main" id="17" idx="3"/>
          </p:cNvCxnSpPr>
          <p:nvPr/>
        </p:nvCxnSpPr>
        <p:spPr>
          <a:xfrm xmlns:a="http://schemas.openxmlformats.org/drawingml/2006/main" flipV="1">
            <a:off x="7336199" y="2360682"/>
            <a:ext cx="1218769" cy="561544"/>
          </a:xfrm>
          <a:prstGeom xmlns:a="http://schemas.openxmlformats.org/drawingml/2006/main" prst="straightConnector1">
            <a:avLst/>
          </a:prstGeom>
          <a:ln xmlns:a="http://schemas.openxmlformats.org/drawingml/2006/main" w="19050">
            <a:solidFill>
              <a:srgbClr val="81B9FF"/>
            </a:solidFill>
            <a:prstDash val="solid"/>
            <a:tailEnd type="arrow" w="sm" len="sm"/>
          </a:ln>
        </p:spPr>
      </p:cxnSp>
      <p:cxnSp>
        <p:nvCxnSpPr>
          <p:cNvPr id="30" name="">
            <a:extLst xmlns:a="http://schemas.openxmlformats.org/drawingml/2006/main">
              <a:ext uri="{FF2B5EF4-FFF2-40B4-BE49-F238E27FC236}">
                <a16:creationId xmlns:a16="http://schemas.microsoft.com/office/drawing/2014/main" id="{05799FD2-E319-4E3A-84BF-E7DC7B324FAF}"/>
              </a:ext>
            </a:extLst>
          </p:cNvPr>
          <p:cNvCxnSpPr>
            <a:stCxn xmlns:a="http://schemas.openxmlformats.org/drawingml/2006/main" id="3" idx="6"/>
            <a:endCxn xmlns:a="http://schemas.openxmlformats.org/drawingml/2006/main" id="15" idx="2"/>
          </p:cNvCxnSpPr>
          <p:nvPr/>
        </p:nvCxnSpPr>
        <p:spPr>
          <a:xfrm xmlns:a="http://schemas.openxmlformats.org/drawingml/2006/main">
            <a:off x="5124450" y="3400425"/>
            <a:ext cx="1057275" cy="0"/>
          </a:xfrm>
          <a:prstGeom xmlns:a="http://schemas.openxmlformats.org/drawingml/2006/main" prst="straightConnector1">
            <a:avLst/>
          </a:prstGeom>
          <a:ln xmlns:a="http://schemas.openxmlformats.org/drawingml/2006/main" w="19050">
            <a:solidFill>
              <a:srgbClr val="7CE2AF"/>
            </a:solidFill>
            <a:prstDash val="solid"/>
            <a:tailEnd type="arrow" w="sm" len="sm"/>
          </a:ln>
        </p:spPr>
      </p:cxnSp>
      <p:cxnSp>
        <p:nvCxnSpPr>
          <p:cNvPr id="29" name="">
            <a:extLst xmlns:a="http://schemas.openxmlformats.org/drawingml/2006/main">
              <a:ext uri="{FF2B5EF4-FFF2-40B4-BE49-F238E27FC236}">
                <a16:creationId xmlns:a16="http://schemas.microsoft.com/office/drawing/2014/main" id="{CEC904FA-E8E1-410A-A235-193AF1C0B5E9}"/>
              </a:ext>
            </a:extLst>
          </p:cNvPr>
          <p:cNvCxnSpPr>
            <a:stCxn xmlns:a="http://schemas.openxmlformats.org/drawingml/2006/main" id="3" idx="5"/>
            <a:endCxn xmlns:a="http://schemas.openxmlformats.org/drawingml/2006/main" id="13" idx="1"/>
          </p:cNvCxnSpPr>
          <p:nvPr/>
        </p:nvCxnSpPr>
        <p:spPr>
          <a:xfrm xmlns:a="http://schemas.openxmlformats.org/drawingml/2006/main">
            <a:off x="4892896" y="3959446"/>
            <a:ext cx="121842" cy="807642"/>
          </a:xfrm>
          <a:prstGeom xmlns:a="http://schemas.openxmlformats.org/drawingml/2006/main" prst="straightConnector1">
            <a:avLst/>
          </a:prstGeom>
          <a:ln xmlns:a="http://schemas.openxmlformats.org/drawingml/2006/main" w="19050">
            <a:solidFill>
              <a:srgbClr val="C6A4FF"/>
            </a:solidFill>
            <a:prstDash val="solid"/>
            <a:tailEnd type="arrow" w="sm" len="sm"/>
          </a:ln>
        </p:spPr>
      </p:cxnSp>
      <p:cxnSp>
        <p:nvCxnSpPr>
          <p:cNvPr id="28" name="">
            <a:extLst xmlns:a="http://schemas.openxmlformats.org/drawingml/2006/main">
              <a:ext uri="{FF2B5EF4-FFF2-40B4-BE49-F238E27FC236}">
                <a16:creationId xmlns:a16="http://schemas.microsoft.com/office/drawing/2014/main" id="{2371EE23-5826-4C01-B0A2-B6527D73969A}"/>
              </a:ext>
            </a:extLst>
          </p:cNvPr>
          <p:cNvCxnSpPr>
            <a:stCxn xmlns:a="http://schemas.openxmlformats.org/drawingml/2006/main" id="3" idx="3"/>
            <a:endCxn xmlns:a="http://schemas.openxmlformats.org/drawingml/2006/main" id="11" idx="0"/>
          </p:cNvCxnSpPr>
          <p:nvPr/>
        </p:nvCxnSpPr>
        <p:spPr>
          <a:xfrm xmlns:a="http://schemas.openxmlformats.org/drawingml/2006/main" flipH="1">
            <a:off x="3419475" y="3959446"/>
            <a:ext cx="355379" cy="650654"/>
          </a:xfrm>
          <a:prstGeom xmlns:a="http://schemas.openxmlformats.org/drawingml/2006/main" prst="straightConnector1">
            <a:avLst/>
          </a:prstGeom>
          <a:ln xmlns:a="http://schemas.openxmlformats.org/drawingml/2006/main" w="19050">
            <a:solidFill>
              <a:srgbClr val="FFD576"/>
            </a:solidFill>
            <a:prstDash val="solid"/>
            <a:tailEnd type="arrow" w="sm" len="sm"/>
          </a:ln>
        </p:spPr>
      </p:cxnSp>
      <p:cxnSp>
        <p:nvCxnSpPr>
          <p:cNvPr id="27" name="">
            <a:extLst xmlns:a="http://schemas.openxmlformats.org/drawingml/2006/main">
              <a:ext uri="{FF2B5EF4-FFF2-40B4-BE49-F238E27FC236}">
                <a16:creationId xmlns:a16="http://schemas.microsoft.com/office/drawing/2014/main" id="{62BF1083-DE85-4CE0-BDF1-EA1311094962}"/>
              </a:ext>
            </a:extLst>
          </p:cNvPr>
          <p:cNvCxnSpPr>
            <a:stCxn xmlns:a="http://schemas.openxmlformats.org/drawingml/2006/main" id="3" idx="1"/>
            <a:endCxn xmlns:a="http://schemas.openxmlformats.org/drawingml/2006/main" id="9" idx="4"/>
          </p:cNvCxnSpPr>
          <p:nvPr/>
        </p:nvCxnSpPr>
        <p:spPr>
          <a:xfrm xmlns:a="http://schemas.openxmlformats.org/drawingml/2006/main" flipH="1" flipV="1">
            <a:off x="3533775" y="2505075"/>
            <a:ext cx="241079" cy="336329"/>
          </a:xfrm>
          <a:prstGeom xmlns:a="http://schemas.openxmlformats.org/drawingml/2006/main" prst="straightConnector1">
            <a:avLst/>
          </a:prstGeom>
          <a:ln xmlns:a="http://schemas.openxmlformats.org/drawingml/2006/main" w="19050">
            <a:solidFill>
              <a:srgbClr val="FFB68E"/>
            </a:solidFill>
            <a:prstDash val="solid"/>
            <a:tailEnd type="arrow" w="sm" len="sm"/>
          </a:ln>
        </p:spPr>
      </p:cxnSp>
      <p:cxnSp>
        <p:nvCxnSpPr>
          <p:cNvPr id="26" name="">
            <a:extLst xmlns:a="http://schemas.openxmlformats.org/drawingml/2006/main">
              <a:ext uri="{FF2B5EF4-FFF2-40B4-BE49-F238E27FC236}">
                <a16:creationId xmlns:a16="http://schemas.microsoft.com/office/drawing/2014/main" id="{5010130B-85A3-4575-8073-FC3F547258CD}"/>
              </a:ext>
            </a:extLst>
          </p:cNvPr>
          <p:cNvCxnSpPr>
            <a:stCxn xmlns:a="http://schemas.openxmlformats.org/drawingml/2006/main" id="3" idx="3"/>
            <a:endCxn xmlns:a="http://schemas.openxmlformats.org/drawingml/2006/main" id="7" idx="6"/>
          </p:cNvCxnSpPr>
          <p:nvPr/>
        </p:nvCxnSpPr>
        <p:spPr>
          <a:xfrm xmlns:a="http://schemas.openxmlformats.org/drawingml/2006/main" flipH="1">
            <a:off x="1990725" y="3959446"/>
            <a:ext cx="1784129" cy="755429"/>
          </a:xfrm>
          <a:prstGeom xmlns:a="http://schemas.openxmlformats.org/drawingml/2006/main" prst="straightConnector1">
            <a:avLst/>
          </a:prstGeom>
          <a:ln xmlns:a="http://schemas.openxmlformats.org/drawingml/2006/main" w="19050">
            <a:solidFill>
              <a:srgbClr val="8EB9FF"/>
            </a:solidFill>
            <a:prstDash val="solid"/>
            <a:tailEnd type="arrow" w="sm" len="sm"/>
          </a:ln>
        </p:spPr>
      </p:cxnSp>
      <p:cxnSp>
        <p:nvCxnSpPr>
          <p:cNvPr id="25" name="">
            <a:extLst xmlns:a="http://schemas.openxmlformats.org/drawingml/2006/main">
              <a:ext uri="{FF2B5EF4-FFF2-40B4-BE49-F238E27FC236}">
                <a16:creationId xmlns:a16="http://schemas.microsoft.com/office/drawing/2014/main" id="{AC03C0BF-D56A-4FD7-831C-E66A9BD83772}"/>
              </a:ext>
            </a:extLst>
          </p:cNvPr>
          <p:cNvCxnSpPr>
            <a:stCxn xmlns:a="http://schemas.openxmlformats.org/drawingml/2006/main" id="3" idx="1"/>
            <a:endCxn xmlns:a="http://schemas.openxmlformats.org/drawingml/2006/main" id="5" idx="6"/>
          </p:cNvCxnSpPr>
          <p:nvPr/>
        </p:nvCxnSpPr>
        <p:spPr>
          <a:xfrm xmlns:a="http://schemas.openxmlformats.org/drawingml/2006/main" flipH="1" flipV="1">
            <a:off x="1990725" y="2114550"/>
            <a:ext cx="1784129" cy="726854"/>
          </a:xfrm>
          <a:prstGeom xmlns:a="http://schemas.openxmlformats.org/drawingml/2006/main" prst="straightConnector1">
            <a:avLst/>
          </a:prstGeom>
          <a:ln xmlns:a="http://schemas.openxmlformats.org/drawingml/2006/main" w="19050">
            <a:solidFill>
              <a:srgbClr val="8EB9FF"/>
            </a:solidFill>
            <a:prstDash val="solid"/>
            <a:tailEnd type="arrow" w="sm" len="sm"/>
          </a:ln>
        </p:spPr>
      </p:cxnSp>
      <p:sp>
        <p:nvSpPr>
          <p:cNvPr id="50" name="">
            <a:extLst xmlns:a="http://schemas.openxmlformats.org/drawingml/2006/main">
              <a:ext uri="{FF2B5EF4-FFF2-40B4-BE49-F238E27FC236}">
                <a16:creationId xmlns:a16="http://schemas.microsoft.com/office/drawing/2014/main" id="{DB16BB12-676C-48E8-B9CE-618F5503E20B}"/>
              </a:ext>
            </a:extLst>
          </p:cNvPr>
          <p:cNvSpPr>
            <a:spLocks xmlns:a="http://schemas.openxmlformats.org/drawingml/2006/main" noGrp="1"/>
          </p:cNvSpPr>
          <p:nvPr/>
        </p:nvSpPr>
        <p:spPr>
          <a:xfrm xmlns:a="http://schemas.openxmlformats.org/drawingml/2006/main">
            <a:off x="400050" y="228600"/>
            <a:ext cx="7048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450" b="1">
                <a:solidFill>
                  <a:srgbClr val="F2F5FC"/>
                </a:solidFill>
                <a:latin typeface="DejaVu Sans"/>
                <a:ea typeface="DejaVu Sans"/>
                <a:cs typeface="DejaVu Sans"/>
              </a:defRPr>
            </a:defPPr>
            <a:lvl1pPr>
              <a:defRPr sz="3450" b="1">
                <a:solidFill>
                  <a:srgbClr val="F2F5FC"/>
                </a:solidFill>
                <a:latin typeface="DejaVu Sans"/>
                <a:ea typeface="DejaVu Sans"/>
                <a:cs typeface="DejaVu Sans"/>
              </a:defRPr>
            </a:lvl1pPr>
            <a:lvl2pPr>
              <a:defRPr sz="3450" b="1">
                <a:solidFill>
                  <a:srgbClr val="F2F5FC"/>
                </a:solidFill>
                <a:latin typeface="DejaVu Sans"/>
                <a:ea typeface="DejaVu Sans"/>
                <a:cs typeface="DejaVu Sans"/>
              </a:defRPr>
            </a:lvl2pPr>
            <a:lvl3pPr>
              <a:defRPr sz="3450" b="1">
                <a:solidFill>
                  <a:srgbClr val="F2F5FC"/>
                </a:solidFill>
                <a:latin typeface="DejaVu Sans"/>
                <a:ea typeface="DejaVu Sans"/>
                <a:cs typeface="DejaVu Sans"/>
              </a:defRPr>
            </a:lvl3pPr>
            <a:lvl4pPr>
              <a:defRPr sz="3450" b="1">
                <a:solidFill>
                  <a:srgbClr val="F2F5FC"/>
                </a:solidFill>
                <a:latin typeface="DejaVu Sans"/>
                <a:ea typeface="DejaVu Sans"/>
                <a:cs typeface="DejaVu Sans"/>
              </a:defRPr>
            </a:lvl4pPr>
            <a:lvl5pPr>
              <a:defRPr sz="3450" b="1">
                <a:solidFill>
                  <a:srgbClr val="F2F5FC"/>
                </a:solidFill>
                <a:latin typeface="DejaVu Sans"/>
                <a:ea typeface="DejaVu Sans"/>
                <a:cs typeface="DejaVu Sans"/>
              </a:defRPr>
            </a:lvl5pPr>
            <a:lvl6pPr>
              <a:defRPr sz="3450" b="1">
                <a:solidFill>
                  <a:srgbClr val="F2F5FC"/>
                </a:solidFill>
                <a:latin typeface="DejaVu Sans"/>
                <a:ea typeface="DejaVu Sans"/>
                <a:cs typeface="DejaVu Sans"/>
              </a:defRPr>
            </a:lvl6pPr>
            <a:lvl7pPr>
              <a:defRPr sz="3450" b="1">
                <a:solidFill>
                  <a:srgbClr val="F2F5FC"/>
                </a:solidFill>
                <a:latin typeface="DejaVu Sans"/>
                <a:ea typeface="DejaVu Sans"/>
                <a:cs typeface="DejaVu Sans"/>
              </a:defRPr>
            </a:lvl7pPr>
            <a:lvl8pPr>
              <a:defRPr sz="3450" b="1">
                <a:solidFill>
                  <a:srgbClr val="F2F5FC"/>
                </a:solidFill>
                <a:latin typeface="DejaVu Sans"/>
                <a:ea typeface="DejaVu Sans"/>
                <a:cs typeface="DejaVu Sans"/>
              </a:defRPr>
            </a:lvl8pPr>
            <a:lvl9pPr>
              <a:defRPr sz="3450" b="1">
                <a:solidFill>
                  <a:srgbClr val="F2F5FC"/>
                </a:solidFill>
                <a:latin typeface="DejaVu Sans"/>
                <a:ea typeface="DejaVu Sans"/>
                <a:cs typeface="DejaVu Sans"/>
              </a:defRPr>
            </a:lvl9pPr>
          </a:lstStyle>
          <a:p xmlns:a="http://schemas.openxmlformats.org/drawingml/2006/main">
            <a:pPr>
              <a:defRPr sz="3450" b="1">
                <a:solidFill>
                  <a:srgbClr val="F2F5FC"/>
                </a:solidFill>
                <a:latin typeface="DejaVu Sans"/>
                <a:ea typeface="DejaVu Sans"/>
                <a:cs typeface="DejaVu Sans"/>
              </a:defRPr>
            </a:pPr>
            <a:r>
              <a:rPr sz="3450" b="1">
                <a:solidFill>
                  <a:srgbClr val="F2F5FC"/>
                </a:solidFill>
                <a:latin typeface="DejaVu Sans"/>
                <a:ea typeface="DejaVu Sans"/>
                <a:cs typeface="DejaVu Sans"/>
              </a:rPr>
              <a:t>Nishanth.graph</a:t>
            </a:r>
          </a:p>
        </p:txBody>
      </p:sp>
      <p:sp>
        <p:nvSpPr>
          <p:cNvPr id="2" name="">
            <a:extLst xmlns:a="http://schemas.openxmlformats.org/drawingml/2006/main">
              <a:ext uri="{FF2B5EF4-FFF2-40B4-BE49-F238E27FC236}">
                <a16:creationId xmlns:a16="http://schemas.microsoft.com/office/drawing/2014/main" id="{8878BD09-A25A-4D7B-BE6B-C313BB77FF8E}"/>
              </a:ext>
            </a:extLst>
          </p:cNvPr>
          <p:cNvSpPr>
            <a:spLocks xmlns:a="http://schemas.openxmlformats.org/drawingml/2006/main" noGrp="1"/>
          </p:cNvSpPr>
          <p:nvPr/>
        </p:nvSpPr>
        <p:spPr>
          <a:xfrm xmlns:a="http://schemas.openxmlformats.org/drawingml/2006/main">
            <a:off x="419100" y="866775"/>
            <a:ext cx="1104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8FDACF"/>
                </a:solidFill>
                <a:latin typeface="DejaVu Sans"/>
                <a:ea typeface="DejaVu Sans"/>
                <a:cs typeface="DejaVu Sans"/>
              </a:defRPr>
            </a:defPPr>
            <a:lvl1pPr>
              <a:defRPr sz="1800" b="0">
                <a:solidFill>
                  <a:srgbClr val="8FDACF"/>
                </a:solidFill>
                <a:latin typeface="DejaVu Sans"/>
                <a:ea typeface="DejaVu Sans"/>
                <a:cs typeface="DejaVu Sans"/>
              </a:defRPr>
            </a:lvl1pPr>
            <a:lvl2pPr>
              <a:defRPr sz="1800" b="0">
                <a:solidFill>
                  <a:srgbClr val="8FDACF"/>
                </a:solidFill>
                <a:latin typeface="DejaVu Sans"/>
                <a:ea typeface="DejaVu Sans"/>
                <a:cs typeface="DejaVu Sans"/>
              </a:defRPr>
            </a:lvl2pPr>
            <a:lvl3pPr>
              <a:defRPr sz="1800" b="0">
                <a:solidFill>
                  <a:srgbClr val="8FDACF"/>
                </a:solidFill>
                <a:latin typeface="DejaVu Sans"/>
                <a:ea typeface="DejaVu Sans"/>
                <a:cs typeface="DejaVu Sans"/>
              </a:defRPr>
            </a:lvl3pPr>
            <a:lvl4pPr>
              <a:defRPr sz="1800" b="0">
                <a:solidFill>
                  <a:srgbClr val="8FDACF"/>
                </a:solidFill>
                <a:latin typeface="DejaVu Sans"/>
                <a:ea typeface="DejaVu Sans"/>
                <a:cs typeface="DejaVu Sans"/>
              </a:defRPr>
            </a:lvl4pPr>
            <a:lvl5pPr>
              <a:defRPr sz="1800" b="0">
                <a:solidFill>
                  <a:srgbClr val="8FDACF"/>
                </a:solidFill>
                <a:latin typeface="DejaVu Sans"/>
                <a:ea typeface="DejaVu Sans"/>
                <a:cs typeface="DejaVu Sans"/>
              </a:defRPr>
            </a:lvl5pPr>
            <a:lvl6pPr>
              <a:defRPr sz="1800" b="0">
                <a:solidFill>
                  <a:srgbClr val="8FDACF"/>
                </a:solidFill>
                <a:latin typeface="DejaVu Sans"/>
                <a:ea typeface="DejaVu Sans"/>
                <a:cs typeface="DejaVu Sans"/>
              </a:defRPr>
            </a:lvl6pPr>
            <a:lvl7pPr>
              <a:defRPr sz="1800" b="0">
                <a:solidFill>
                  <a:srgbClr val="8FDACF"/>
                </a:solidFill>
                <a:latin typeface="DejaVu Sans"/>
                <a:ea typeface="DejaVu Sans"/>
                <a:cs typeface="DejaVu Sans"/>
              </a:defRPr>
            </a:lvl7pPr>
            <a:lvl8pPr>
              <a:defRPr sz="1800" b="0">
                <a:solidFill>
                  <a:srgbClr val="8FDACF"/>
                </a:solidFill>
                <a:latin typeface="DejaVu Sans"/>
                <a:ea typeface="DejaVu Sans"/>
                <a:cs typeface="DejaVu Sans"/>
              </a:defRPr>
            </a:lvl8pPr>
            <a:lvl9pPr>
              <a:defRPr sz="1800" b="0">
                <a:solidFill>
                  <a:srgbClr val="8FDACF"/>
                </a:solidFill>
                <a:latin typeface="DejaVu Sans"/>
                <a:ea typeface="DejaVu Sans"/>
                <a:cs typeface="DejaVu Sans"/>
              </a:defRPr>
            </a:lvl9pPr>
          </a:lstStyle>
          <a:p xmlns:a="http://schemas.openxmlformats.org/drawingml/2006/main">
            <a:pPr>
              <a:defRPr sz="1800" b="0">
                <a:solidFill>
                  <a:srgbClr val="8FDACF"/>
                </a:solidFill>
                <a:latin typeface="DejaVu Sans"/>
                <a:ea typeface="DejaVu Sans"/>
                <a:cs typeface="DejaVu Sans"/>
              </a:defRPr>
            </a:pPr>
            <a:r>
              <a:rPr sz="1800" b="0">
                <a:solidFill>
                  <a:srgbClr val="8FDACF"/>
                </a:solidFill>
                <a:latin typeface="DejaVu Sans"/>
                <a:ea typeface="DejaVu Sans"/>
                <a:cs typeface="DejaVu Sans"/>
              </a:rPr>
              <a:t>Three versions. One manager. A very stable dependency.</a:t>
            </a:r>
          </a:p>
        </p:txBody>
      </p:sp>
      <p:sp>
        <p:nvSpPr>
          <p:cNvPr id="3" name="">
            <a:extLst xmlns:a="http://schemas.openxmlformats.org/drawingml/2006/main">
              <a:ext uri="{FF2B5EF4-FFF2-40B4-BE49-F238E27FC236}">
                <a16:creationId xmlns:a16="http://schemas.microsoft.com/office/drawing/2014/main" id="{FE1438A8-76E5-4709-88DC-29F0E209908F}"/>
              </a:ext>
            </a:extLst>
          </p:cNvPr>
          <p:cNvSpPr>
            <a:spLocks xmlns:a="http://schemas.openxmlformats.org/drawingml/2006/main" noGrp="1"/>
          </p:cNvSpPr>
          <p:nvPr/>
        </p:nvSpPr>
        <p:spPr>
          <a:xfrm xmlns:a="http://schemas.openxmlformats.org/drawingml/2006/main">
            <a:off x="3543300" y="2609850"/>
            <a:ext cx="1581150" cy="1581150"/>
          </a:xfrm>
          <a:prstGeom xmlns:a="http://schemas.openxmlformats.org/drawingml/2006/main" prst="ellipse">
            <a:avLst/>
          </a:prstGeom>
          <a:solidFill xmlns:a="http://schemas.openxmlformats.org/drawingml/2006/main">
            <a:srgbClr val="14515B"/>
          </a:solidFill>
          <a:ln xmlns:a="http://schemas.openxmlformats.org/drawingml/2006/main" w="19050">
            <a:solidFill>
              <a:srgbClr val="68E5D0"/>
            </a:solidFill>
            <a:prstDash val="solid"/>
          </a:ln>
        </p:spPr>
      </p:sp>
      <p:sp>
        <p:nvSpPr>
          <p:cNvPr id="4" name="">
            <a:extLst xmlns:a="http://schemas.openxmlformats.org/drawingml/2006/main">
              <a:ext uri="{FF2B5EF4-FFF2-40B4-BE49-F238E27FC236}">
                <a16:creationId xmlns:a16="http://schemas.microsoft.com/office/drawing/2014/main" id="{52DFC26E-5053-4CCE-9EB3-15DD806F2DD9}"/>
              </a:ext>
            </a:extLst>
          </p:cNvPr>
          <p:cNvSpPr>
            <a:spLocks xmlns:a="http://schemas.openxmlformats.org/drawingml/2006/main" noGrp="1"/>
          </p:cNvSpPr>
          <p:nvPr/>
        </p:nvSpPr>
        <p:spPr>
          <a:xfrm xmlns:a="http://schemas.openxmlformats.org/drawingml/2006/main">
            <a:off x="3590735" y="2720531"/>
            <a:ext cx="1486281" cy="135978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875" b="0">
                <a:solidFill>
                  <a:srgbClr val="F2F5FC"/>
                </a:solidFill>
                <a:latin typeface="DejaVu Sans"/>
                <a:ea typeface="DejaVu Sans"/>
                <a:cs typeface="DejaVu Sans"/>
              </a:defRPr>
            </a:defPPr>
            <a:lvl1pPr algn="ctr">
              <a:defRPr sz="1875" b="0">
                <a:solidFill>
                  <a:srgbClr val="F2F5FC"/>
                </a:solidFill>
                <a:latin typeface="DejaVu Sans"/>
                <a:ea typeface="DejaVu Sans"/>
                <a:cs typeface="DejaVu Sans"/>
              </a:defRPr>
            </a:lvl1pPr>
            <a:lvl2pPr algn="ctr">
              <a:defRPr sz="1875" b="0">
                <a:solidFill>
                  <a:srgbClr val="F2F5FC"/>
                </a:solidFill>
                <a:latin typeface="DejaVu Sans"/>
                <a:ea typeface="DejaVu Sans"/>
                <a:cs typeface="DejaVu Sans"/>
              </a:defRPr>
            </a:lvl2pPr>
            <a:lvl3pPr algn="ctr">
              <a:defRPr sz="1875" b="0">
                <a:solidFill>
                  <a:srgbClr val="F2F5FC"/>
                </a:solidFill>
                <a:latin typeface="DejaVu Sans"/>
                <a:ea typeface="DejaVu Sans"/>
                <a:cs typeface="DejaVu Sans"/>
              </a:defRPr>
            </a:lvl3pPr>
            <a:lvl4pPr algn="ctr">
              <a:defRPr sz="1875" b="0">
                <a:solidFill>
                  <a:srgbClr val="F2F5FC"/>
                </a:solidFill>
                <a:latin typeface="DejaVu Sans"/>
                <a:ea typeface="DejaVu Sans"/>
                <a:cs typeface="DejaVu Sans"/>
              </a:defRPr>
            </a:lvl4pPr>
            <a:lvl5pPr algn="ctr">
              <a:defRPr sz="1875" b="0">
                <a:solidFill>
                  <a:srgbClr val="F2F5FC"/>
                </a:solidFill>
                <a:latin typeface="DejaVu Sans"/>
                <a:ea typeface="DejaVu Sans"/>
                <a:cs typeface="DejaVu Sans"/>
              </a:defRPr>
            </a:lvl5pPr>
            <a:lvl6pPr algn="ctr">
              <a:defRPr sz="1875" b="0">
                <a:solidFill>
                  <a:srgbClr val="F2F5FC"/>
                </a:solidFill>
                <a:latin typeface="DejaVu Sans"/>
                <a:ea typeface="DejaVu Sans"/>
                <a:cs typeface="DejaVu Sans"/>
              </a:defRPr>
            </a:lvl6pPr>
            <a:lvl7pPr algn="ctr">
              <a:defRPr sz="1875" b="0">
                <a:solidFill>
                  <a:srgbClr val="F2F5FC"/>
                </a:solidFill>
                <a:latin typeface="DejaVu Sans"/>
                <a:ea typeface="DejaVu Sans"/>
                <a:cs typeface="DejaVu Sans"/>
              </a:defRPr>
            </a:lvl7pPr>
            <a:lvl8pPr algn="ctr">
              <a:defRPr sz="1875" b="0">
                <a:solidFill>
                  <a:srgbClr val="F2F5FC"/>
                </a:solidFill>
                <a:latin typeface="DejaVu Sans"/>
                <a:ea typeface="DejaVu Sans"/>
                <a:cs typeface="DejaVu Sans"/>
              </a:defRPr>
            </a:lvl8pPr>
            <a:lvl9pPr algn="ctr">
              <a:defRPr sz="1875" b="0">
                <a:solidFill>
                  <a:srgbClr val="F2F5FC"/>
                </a:solidFill>
                <a:latin typeface="DejaVu Sans"/>
                <a:ea typeface="DejaVu Sans"/>
                <a:cs typeface="DejaVu Sans"/>
              </a:defRPr>
            </a:lvl9pPr>
          </a:lstStyle>
          <a:p xmlns:a="http://schemas.openxmlformats.org/drawingml/2006/main">
            <a:pPr algn="ctr">
              <a:defRPr sz="1875" b="0">
                <a:solidFill>
                  <a:srgbClr val="F2F5FC"/>
                </a:solidFill>
                <a:latin typeface="DejaVu Sans"/>
                <a:ea typeface="DejaVu Sans"/>
                <a:cs typeface="DejaVu Sans"/>
              </a:defRPr>
            </a:pPr>
            <a:r>
              <a:rPr sz="1875" b="0">
                <a:solidFill>
                  <a:srgbClr val="F2F5FC"/>
                </a:solidFill>
                <a:latin typeface="DejaVu Sans"/>
                <a:ea typeface="DejaVu Sans"/>
                <a:cs typeface="DejaVu Sans"/>
              </a:rPr>
              <a:t>NISHANTH</a:t>
            </a:r>
          </a:p>
          <a:p xmlns:a="http://schemas.openxmlformats.org/drawingml/2006/main">
            <a:pPr algn="ctr">
              <a:defRPr sz="1875" b="0">
                <a:solidFill>
                  <a:srgbClr val="F2F5FC"/>
                </a:solidFill>
                <a:latin typeface="DejaVu Sans"/>
                <a:ea typeface="DejaVu Sans"/>
                <a:cs typeface="DejaVu Sans"/>
              </a:defRPr>
            </a:pPr>
            <a:r>
              <a:rPr sz="1875" b="0">
                <a:solidFill>
                  <a:srgbClr val="F2F5FC"/>
                </a:solidFill>
                <a:latin typeface="DejaVu Sans"/>
                <a:ea typeface="DejaVu Sans"/>
                <a:cs typeface="DejaVu Sans"/>
              </a:rPr>
              <a:t>:Human</a:t>
            </a:r>
          </a:p>
          <a:p xmlns:a="http://schemas.openxmlformats.org/drawingml/2006/main">
            <a:pPr algn="ctr">
              <a:defRPr sz="1875" b="0">
                <a:solidFill>
                  <a:srgbClr val="F2F5FC"/>
                </a:solidFill>
                <a:latin typeface="DejaVu Sans"/>
                <a:ea typeface="DejaVu Sans"/>
                <a:cs typeface="DejaVu Sans"/>
              </a:defRPr>
            </a:pPr>
            <a:r>
              <a:rPr sz="1875" b="0">
                <a:solidFill>
                  <a:srgbClr val="F2F5FC"/>
                </a:solidFill>
                <a:latin typeface="DejaVu Sans"/>
                <a:ea typeface="DejaVu Sans"/>
                <a:cs typeface="DejaVu Sans"/>
              </a:rPr>
              <a:t>AI scientist</a:t>
            </a:r>
          </a:p>
        </p:txBody>
      </p:sp>
      <p:sp>
        <p:nvSpPr>
          <p:cNvPr id="5" name="">
            <a:extLst xmlns:a="http://schemas.openxmlformats.org/drawingml/2006/main">
              <a:ext uri="{FF2B5EF4-FFF2-40B4-BE49-F238E27FC236}">
                <a16:creationId xmlns:a16="http://schemas.microsoft.com/office/drawing/2014/main" id="{0722C74E-34A1-497C-B5D5-B392B3557857}"/>
              </a:ext>
            </a:extLst>
          </p:cNvPr>
          <p:cNvSpPr>
            <a:spLocks xmlns:a="http://schemas.openxmlformats.org/drawingml/2006/main" noGrp="1"/>
          </p:cNvSpPr>
          <p:nvPr/>
        </p:nvSpPr>
        <p:spPr>
          <a:xfrm xmlns:a="http://schemas.openxmlformats.org/drawingml/2006/main">
            <a:off x="523875" y="1381125"/>
            <a:ext cx="1466850" cy="1466850"/>
          </a:xfrm>
          <a:prstGeom xmlns:a="http://schemas.openxmlformats.org/drawingml/2006/main" prst="ellipse">
            <a:avLst/>
          </a:prstGeom>
          <a:solidFill xmlns:a="http://schemas.openxmlformats.org/drawingml/2006/main">
            <a:srgbClr val="203F69"/>
          </a:solidFill>
          <a:ln xmlns:a="http://schemas.openxmlformats.org/drawingml/2006/main" w="19050">
            <a:solidFill>
              <a:srgbClr val="8EB9FF"/>
            </a:solidFill>
            <a:prstDash val="solid"/>
          </a:ln>
        </p:spPr>
      </p:sp>
      <p:sp>
        <p:nvSpPr>
          <p:cNvPr id="6" name="">
            <a:extLst xmlns:a="http://schemas.openxmlformats.org/drawingml/2006/main">
              <a:ext uri="{FF2B5EF4-FFF2-40B4-BE49-F238E27FC236}">
                <a16:creationId xmlns:a16="http://schemas.microsoft.com/office/drawing/2014/main" id="{AB53CAD4-391E-479D-AE9D-F8A2968BA8DD}"/>
              </a:ext>
            </a:extLst>
          </p:cNvPr>
          <p:cNvSpPr>
            <a:spLocks xmlns:a="http://schemas.openxmlformats.org/drawingml/2006/main" noGrp="1"/>
          </p:cNvSpPr>
          <p:nvPr/>
        </p:nvSpPr>
        <p:spPr>
          <a:xfrm xmlns:a="http://schemas.openxmlformats.org/drawingml/2006/main">
            <a:off x="567881" y="1483805"/>
            <a:ext cx="1378839" cy="12614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00" b="0">
                <a:solidFill>
                  <a:srgbClr val="F2F5FC"/>
                </a:solidFill>
                <a:latin typeface="DejaVu Sans"/>
                <a:ea typeface="DejaVu Sans"/>
                <a:cs typeface="DejaVu Sans"/>
              </a:defRPr>
            </a:defPPr>
            <a:lvl1pPr algn="ctr">
              <a:defRPr sz="1500" b="0">
                <a:solidFill>
                  <a:srgbClr val="F2F5FC"/>
                </a:solidFill>
                <a:latin typeface="DejaVu Sans"/>
                <a:ea typeface="DejaVu Sans"/>
                <a:cs typeface="DejaVu Sans"/>
              </a:defRPr>
            </a:lvl1pPr>
            <a:lvl2pPr algn="ctr">
              <a:defRPr sz="1500" b="0">
                <a:solidFill>
                  <a:srgbClr val="F2F5FC"/>
                </a:solidFill>
                <a:latin typeface="DejaVu Sans"/>
                <a:ea typeface="DejaVu Sans"/>
                <a:cs typeface="DejaVu Sans"/>
              </a:defRPr>
            </a:lvl2pPr>
            <a:lvl3pPr algn="ctr">
              <a:defRPr sz="1500" b="0">
                <a:solidFill>
                  <a:srgbClr val="F2F5FC"/>
                </a:solidFill>
                <a:latin typeface="DejaVu Sans"/>
                <a:ea typeface="DejaVu Sans"/>
                <a:cs typeface="DejaVu Sans"/>
              </a:defRPr>
            </a:lvl3pPr>
            <a:lvl4pPr algn="ctr">
              <a:defRPr sz="1500" b="0">
                <a:solidFill>
                  <a:srgbClr val="F2F5FC"/>
                </a:solidFill>
                <a:latin typeface="DejaVu Sans"/>
                <a:ea typeface="DejaVu Sans"/>
                <a:cs typeface="DejaVu Sans"/>
              </a:defRPr>
            </a:lvl4pPr>
            <a:lvl5pPr algn="ctr">
              <a:defRPr sz="1500" b="0">
                <a:solidFill>
                  <a:srgbClr val="F2F5FC"/>
                </a:solidFill>
                <a:latin typeface="DejaVu Sans"/>
                <a:ea typeface="DejaVu Sans"/>
                <a:cs typeface="DejaVu Sans"/>
              </a:defRPr>
            </a:lvl5pPr>
            <a:lvl6pPr algn="ctr">
              <a:defRPr sz="1500" b="0">
                <a:solidFill>
                  <a:srgbClr val="F2F5FC"/>
                </a:solidFill>
                <a:latin typeface="DejaVu Sans"/>
                <a:ea typeface="DejaVu Sans"/>
                <a:cs typeface="DejaVu Sans"/>
              </a:defRPr>
            </a:lvl6pPr>
            <a:lvl7pPr algn="ctr">
              <a:defRPr sz="1500" b="0">
                <a:solidFill>
                  <a:srgbClr val="F2F5FC"/>
                </a:solidFill>
                <a:latin typeface="DejaVu Sans"/>
                <a:ea typeface="DejaVu Sans"/>
                <a:cs typeface="DejaVu Sans"/>
              </a:defRPr>
            </a:lvl7pPr>
            <a:lvl8pPr algn="ctr">
              <a:defRPr sz="1500" b="0">
                <a:solidFill>
                  <a:srgbClr val="F2F5FC"/>
                </a:solidFill>
                <a:latin typeface="DejaVu Sans"/>
                <a:ea typeface="DejaVu Sans"/>
                <a:cs typeface="DejaVu Sans"/>
              </a:defRPr>
            </a:lvl8pPr>
            <a:lvl9pPr algn="ctr">
              <a:defRPr sz="1500" b="0">
                <a:solidFill>
                  <a:srgbClr val="F2F5FC"/>
                </a:solidFill>
                <a:latin typeface="DejaVu Sans"/>
                <a:ea typeface="DejaVu Sans"/>
                <a:cs typeface="DejaVu Sans"/>
              </a:defRPr>
            </a:lvl9pPr>
          </a:lstStyle>
          <a:p xmlns:a="http://schemas.openxmlformats.org/drawingml/2006/main">
            <a:pPr algn="ctr">
              <a:defRPr sz="1500" b="0">
                <a:solidFill>
                  <a:srgbClr val="F2F5FC"/>
                </a:solidFill>
                <a:latin typeface="DejaVu Sans"/>
                <a:ea typeface="DejaVu Sans"/>
                <a:cs typeface="DejaVu Sans"/>
              </a:defRPr>
            </a:pPr>
            <a:r>
              <a:rPr sz="1500" b="0">
                <a:solidFill>
                  <a:srgbClr val="F2F5FC"/>
                </a:solidFill>
                <a:latin typeface="DejaVu Sans"/>
                <a:ea typeface="DejaVu Sans"/>
                <a:cs typeface="DejaVu Sans"/>
              </a:rPr>
              <a:t>NIT Rourkela</a:t>
            </a:r>
          </a:p>
          <a:p xmlns:a="http://schemas.openxmlformats.org/drawingml/2006/main">
            <a:pPr algn="ctr">
              <a:defRPr sz="1500" b="0">
                <a:solidFill>
                  <a:srgbClr val="F2F5FC"/>
                </a:solidFill>
                <a:latin typeface="DejaVu Sans"/>
                <a:ea typeface="DejaVu Sans"/>
                <a:cs typeface="DejaVu Sans"/>
              </a:defRPr>
            </a:pPr>
            <a:r>
              <a:rPr sz="1500" b="0">
                <a:solidFill>
                  <a:srgbClr val="F2F5FC"/>
                </a:solidFill>
                <a:latin typeface="DejaVu Sans"/>
                <a:ea typeface="DejaVu Sans"/>
                <a:cs typeface="DejaVu Sans"/>
              </a:rPr>
              <a:t>B.Tech + M.Tech</a:t>
            </a:r>
          </a:p>
          <a:p xmlns:a="http://schemas.openxmlformats.org/drawingml/2006/main">
            <a:pPr algn="ctr">
              <a:defRPr sz="1500" b="0">
                <a:solidFill>
                  <a:srgbClr val="F2F5FC"/>
                </a:solidFill>
                <a:latin typeface="DejaVu Sans"/>
                <a:ea typeface="DejaVu Sans"/>
                <a:cs typeface="DejaVu Sans"/>
              </a:defRPr>
            </a:pPr>
            <a:r>
              <a:rPr sz="1500" b="0">
                <a:solidFill>
                  <a:srgbClr val="F2F5FC"/>
                </a:solidFill>
                <a:latin typeface="DejaVu Sans"/>
                <a:ea typeface="DejaVu Sans"/>
                <a:cs typeface="DejaVu Sans"/>
              </a:rPr>
              <a:t>2016</a:t>
            </a:r>
          </a:p>
        </p:txBody>
      </p:sp>
      <p:sp>
        <p:nvSpPr>
          <p:cNvPr id="7" name="">
            <a:extLst xmlns:a="http://schemas.openxmlformats.org/drawingml/2006/main">
              <a:ext uri="{FF2B5EF4-FFF2-40B4-BE49-F238E27FC236}">
                <a16:creationId xmlns:a16="http://schemas.microsoft.com/office/drawing/2014/main" id="{72A34FA5-7F3E-4DFA-9DA1-26ABCED7BBC2}"/>
              </a:ext>
            </a:extLst>
          </p:cNvPr>
          <p:cNvSpPr>
            <a:spLocks xmlns:a="http://schemas.openxmlformats.org/drawingml/2006/main" noGrp="1"/>
          </p:cNvSpPr>
          <p:nvPr/>
        </p:nvSpPr>
        <p:spPr>
          <a:xfrm xmlns:a="http://schemas.openxmlformats.org/drawingml/2006/main">
            <a:off x="523875" y="3981450"/>
            <a:ext cx="1466850" cy="1466850"/>
          </a:xfrm>
          <a:prstGeom xmlns:a="http://schemas.openxmlformats.org/drawingml/2006/main" prst="ellipse">
            <a:avLst/>
          </a:prstGeom>
          <a:solidFill xmlns:a="http://schemas.openxmlformats.org/drawingml/2006/main">
            <a:srgbClr val="203F69"/>
          </a:solidFill>
          <a:ln xmlns:a="http://schemas.openxmlformats.org/drawingml/2006/main" w="19050">
            <a:solidFill>
              <a:srgbClr val="8EB9FF"/>
            </a:solidFill>
            <a:prstDash val="solid"/>
          </a:ln>
        </p:spPr>
      </p:sp>
      <p:sp>
        <p:nvSpPr>
          <p:cNvPr id="8" name="">
            <a:extLst xmlns:a="http://schemas.openxmlformats.org/drawingml/2006/main">
              <a:ext uri="{FF2B5EF4-FFF2-40B4-BE49-F238E27FC236}">
                <a16:creationId xmlns:a16="http://schemas.microsoft.com/office/drawing/2014/main" id="{61EC897C-9AE1-48AF-A776-0E6EAF944613}"/>
              </a:ext>
            </a:extLst>
          </p:cNvPr>
          <p:cNvSpPr>
            <a:spLocks xmlns:a="http://schemas.openxmlformats.org/drawingml/2006/main" noGrp="1"/>
          </p:cNvSpPr>
          <p:nvPr/>
        </p:nvSpPr>
        <p:spPr>
          <a:xfrm xmlns:a="http://schemas.openxmlformats.org/drawingml/2006/main">
            <a:off x="567881" y="4084129"/>
            <a:ext cx="1378839" cy="126149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650" b="0">
                <a:solidFill>
                  <a:srgbClr val="F2F5FC"/>
                </a:solidFill>
                <a:latin typeface="DejaVu Sans"/>
                <a:ea typeface="DejaVu Sans"/>
                <a:cs typeface="DejaVu Sans"/>
              </a:defRPr>
            </a:defPPr>
            <a:lvl1pPr algn="ctr">
              <a:defRPr sz="1650" b="0">
                <a:solidFill>
                  <a:srgbClr val="F2F5FC"/>
                </a:solidFill>
                <a:latin typeface="DejaVu Sans"/>
                <a:ea typeface="DejaVu Sans"/>
                <a:cs typeface="DejaVu Sans"/>
              </a:defRPr>
            </a:lvl1pPr>
            <a:lvl2pPr algn="ctr">
              <a:defRPr sz="1650" b="0">
                <a:solidFill>
                  <a:srgbClr val="F2F5FC"/>
                </a:solidFill>
                <a:latin typeface="DejaVu Sans"/>
                <a:ea typeface="DejaVu Sans"/>
                <a:cs typeface="DejaVu Sans"/>
              </a:defRPr>
            </a:lvl2pPr>
            <a:lvl3pPr algn="ctr">
              <a:defRPr sz="1650" b="0">
                <a:solidFill>
                  <a:srgbClr val="F2F5FC"/>
                </a:solidFill>
                <a:latin typeface="DejaVu Sans"/>
                <a:ea typeface="DejaVu Sans"/>
                <a:cs typeface="DejaVu Sans"/>
              </a:defRPr>
            </a:lvl3pPr>
            <a:lvl4pPr algn="ctr">
              <a:defRPr sz="1650" b="0">
                <a:solidFill>
                  <a:srgbClr val="F2F5FC"/>
                </a:solidFill>
                <a:latin typeface="DejaVu Sans"/>
                <a:ea typeface="DejaVu Sans"/>
                <a:cs typeface="DejaVu Sans"/>
              </a:defRPr>
            </a:lvl4pPr>
            <a:lvl5pPr algn="ctr">
              <a:defRPr sz="1650" b="0">
                <a:solidFill>
                  <a:srgbClr val="F2F5FC"/>
                </a:solidFill>
                <a:latin typeface="DejaVu Sans"/>
                <a:ea typeface="DejaVu Sans"/>
                <a:cs typeface="DejaVu Sans"/>
              </a:defRPr>
            </a:lvl5pPr>
            <a:lvl6pPr algn="ctr">
              <a:defRPr sz="1650" b="0">
                <a:solidFill>
                  <a:srgbClr val="F2F5FC"/>
                </a:solidFill>
                <a:latin typeface="DejaVu Sans"/>
                <a:ea typeface="DejaVu Sans"/>
                <a:cs typeface="DejaVu Sans"/>
              </a:defRPr>
            </a:lvl6pPr>
            <a:lvl7pPr algn="ctr">
              <a:defRPr sz="1650" b="0">
                <a:solidFill>
                  <a:srgbClr val="F2F5FC"/>
                </a:solidFill>
                <a:latin typeface="DejaVu Sans"/>
                <a:ea typeface="DejaVu Sans"/>
                <a:cs typeface="DejaVu Sans"/>
              </a:defRPr>
            </a:lvl7pPr>
            <a:lvl8pPr algn="ctr">
              <a:defRPr sz="1650" b="0">
                <a:solidFill>
                  <a:srgbClr val="F2F5FC"/>
                </a:solidFill>
                <a:latin typeface="DejaVu Sans"/>
                <a:ea typeface="DejaVu Sans"/>
                <a:cs typeface="DejaVu Sans"/>
              </a:defRPr>
            </a:lvl8pPr>
            <a:lvl9pPr algn="ctr">
              <a:defRPr sz="1650" b="0">
                <a:solidFill>
                  <a:srgbClr val="F2F5FC"/>
                </a:solidFill>
                <a:latin typeface="DejaVu Sans"/>
                <a:ea typeface="DejaVu Sans"/>
                <a:cs typeface="DejaVu Sans"/>
              </a:defRPr>
            </a:lvl9pPr>
          </a:lstStyle>
          <a:p xmlns:a="http://schemas.openxmlformats.org/drawingml/2006/main">
            <a:pPr algn="ctr">
              <a:defRPr sz="1650" b="0">
                <a:solidFill>
                  <a:srgbClr val="F2F5FC"/>
                </a:solidFill>
                <a:latin typeface="DejaVu Sans"/>
                <a:ea typeface="DejaVu Sans"/>
                <a:cs typeface="DejaVu Sans"/>
              </a:defRPr>
            </a:pPr>
            <a:r>
              <a:rPr sz="1650" b="0">
                <a:solidFill>
                  <a:srgbClr val="F2F5FC"/>
                </a:solidFill>
                <a:latin typeface="DejaVu Sans"/>
                <a:ea typeface="DejaVu Sans"/>
                <a:cs typeface="DejaVu Sans"/>
              </a:rPr>
              <a:t>Walmart</a:t>
            </a:r>
          </a:p>
          <a:p xmlns:a="http://schemas.openxmlformats.org/drawingml/2006/main">
            <a:pPr algn="ctr">
              <a:defRPr sz="1650" b="0">
                <a:solidFill>
                  <a:srgbClr val="F2F5FC"/>
                </a:solidFill>
                <a:latin typeface="DejaVu Sans"/>
                <a:ea typeface="DejaVu Sans"/>
                <a:cs typeface="DejaVu Sans"/>
              </a:defRPr>
            </a:pPr>
            <a:r>
              <a:rPr sz="1650" b="0">
                <a:solidFill>
                  <a:srgbClr val="F2F5FC"/>
                </a:solidFill>
                <a:latin typeface="DejaVu Sans"/>
                <a:ea typeface="DejaVu Sans"/>
                <a:cs typeface="DejaVu Sans"/>
              </a:rPr>
              <a:t>+ Optum</a:t>
            </a:r>
          </a:p>
          <a:p xmlns:a="http://schemas.openxmlformats.org/drawingml/2006/main">
            <a:pPr algn="ctr">
              <a:defRPr sz="1650" b="0">
                <a:solidFill>
                  <a:srgbClr val="F2F5FC"/>
                </a:solidFill>
                <a:latin typeface="DejaVu Sans"/>
                <a:ea typeface="DejaVu Sans"/>
                <a:cs typeface="DejaVu Sans"/>
              </a:defRPr>
            </a:pPr>
            <a:r>
              <a:rPr sz="1650" b="0">
                <a:solidFill>
                  <a:srgbClr val="F2F5FC"/>
                </a:solidFill>
                <a:latin typeface="DejaVu Sans"/>
                <a:ea typeface="DejaVu Sans"/>
                <a:cs typeface="DejaVu Sans"/>
              </a:rPr>
              <a:t>AI products</a:t>
            </a:r>
          </a:p>
        </p:txBody>
      </p:sp>
      <p:sp>
        <p:nvSpPr>
          <p:cNvPr id="9" name="">
            <a:extLst xmlns:a="http://schemas.openxmlformats.org/drawingml/2006/main">
              <a:ext uri="{FF2B5EF4-FFF2-40B4-BE49-F238E27FC236}">
                <a16:creationId xmlns:a16="http://schemas.microsoft.com/office/drawing/2014/main" id="{8C60546E-730A-4B25-882B-A288486AC831}"/>
              </a:ext>
            </a:extLst>
          </p:cNvPr>
          <p:cNvSpPr>
            <a:spLocks xmlns:a="http://schemas.openxmlformats.org/drawingml/2006/main" noGrp="1"/>
          </p:cNvSpPr>
          <p:nvPr/>
        </p:nvSpPr>
        <p:spPr>
          <a:xfrm xmlns:a="http://schemas.openxmlformats.org/drawingml/2006/main">
            <a:off x="2886075" y="1209675"/>
            <a:ext cx="1295400" cy="1295400"/>
          </a:xfrm>
          <a:prstGeom xmlns:a="http://schemas.openxmlformats.org/drawingml/2006/main" prst="ellipse">
            <a:avLst/>
          </a:prstGeom>
          <a:solidFill xmlns:a="http://schemas.openxmlformats.org/drawingml/2006/main">
            <a:srgbClr val="633D2B"/>
          </a:solidFill>
          <a:ln xmlns:a="http://schemas.openxmlformats.org/drawingml/2006/main" w="19050">
            <a:solidFill>
              <a:srgbClr val="FFB68E"/>
            </a:solidFill>
            <a:prstDash val="solid"/>
          </a:ln>
        </p:spPr>
      </p:sp>
      <p:sp>
        <p:nvSpPr>
          <p:cNvPr id="10" name="">
            <a:extLst xmlns:a="http://schemas.openxmlformats.org/drawingml/2006/main">
              <a:ext uri="{FF2B5EF4-FFF2-40B4-BE49-F238E27FC236}">
                <a16:creationId xmlns:a16="http://schemas.microsoft.com/office/drawing/2014/main" id="{D25B9948-8013-4312-8245-B685123AF94E}"/>
              </a:ext>
            </a:extLst>
          </p:cNvPr>
          <p:cNvSpPr>
            <a:spLocks xmlns:a="http://schemas.openxmlformats.org/drawingml/2006/main" noGrp="1"/>
          </p:cNvSpPr>
          <p:nvPr/>
        </p:nvSpPr>
        <p:spPr>
          <a:xfrm xmlns:a="http://schemas.openxmlformats.org/drawingml/2006/main">
            <a:off x="2924937" y="1300353"/>
            <a:ext cx="1217676" cy="11140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75" b="0">
                <a:solidFill>
                  <a:srgbClr val="F2F5FC"/>
                </a:solidFill>
                <a:latin typeface="DejaVu Sans"/>
                <a:ea typeface="DejaVu Sans"/>
                <a:cs typeface="DejaVu Sans"/>
              </a:defRPr>
            </a:defPPr>
            <a:lvl1pPr algn="ctr">
              <a:defRPr sz="1575" b="0">
                <a:solidFill>
                  <a:srgbClr val="F2F5FC"/>
                </a:solidFill>
                <a:latin typeface="DejaVu Sans"/>
                <a:ea typeface="DejaVu Sans"/>
                <a:cs typeface="DejaVu Sans"/>
              </a:defRPr>
            </a:lvl1pPr>
            <a:lvl2pPr algn="ctr">
              <a:defRPr sz="1575" b="0">
                <a:solidFill>
                  <a:srgbClr val="F2F5FC"/>
                </a:solidFill>
                <a:latin typeface="DejaVu Sans"/>
                <a:ea typeface="DejaVu Sans"/>
                <a:cs typeface="DejaVu Sans"/>
              </a:defRPr>
            </a:lvl2pPr>
            <a:lvl3pPr algn="ctr">
              <a:defRPr sz="1575" b="0">
                <a:solidFill>
                  <a:srgbClr val="F2F5FC"/>
                </a:solidFill>
                <a:latin typeface="DejaVu Sans"/>
                <a:ea typeface="DejaVu Sans"/>
                <a:cs typeface="DejaVu Sans"/>
              </a:defRPr>
            </a:lvl3pPr>
            <a:lvl4pPr algn="ctr">
              <a:defRPr sz="1575" b="0">
                <a:solidFill>
                  <a:srgbClr val="F2F5FC"/>
                </a:solidFill>
                <a:latin typeface="DejaVu Sans"/>
                <a:ea typeface="DejaVu Sans"/>
                <a:cs typeface="DejaVu Sans"/>
              </a:defRPr>
            </a:lvl4pPr>
            <a:lvl5pPr algn="ctr">
              <a:defRPr sz="1575" b="0">
                <a:solidFill>
                  <a:srgbClr val="F2F5FC"/>
                </a:solidFill>
                <a:latin typeface="DejaVu Sans"/>
                <a:ea typeface="DejaVu Sans"/>
                <a:cs typeface="DejaVu Sans"/>
              </a:defRPr>
            </a:lvl5pPr>
            <a:lvl6pPr algn="ctr">
              <a:defRPr sz="1575" b="0">
                <a:solidFill>
                  <a:srgbClr val="F2F5FC"/>
                </a:solidFill>
                <a:latin typeface="DejaVu Sans"/>
                <a:ea typeface="DejaVu Sans"/>
                <a:cs typeface="DejaVu Sans"/>
              </a:defRPr>
            </a:lvl6pPr>
            <a:lvl7pPr algn="ctr">
              <a:defRPr sz="1575" b="0">
                <a:solidFill>
                  <a:srgbClr val="F2F5FC"/>
                </a:solidFill>
                <a:latin typeface="DejaVu Sans"/>
                <a:ea typeface="DejaVu Sans"/>
                <a:cs typeface="DejaVu Sans"/>
              </a:defRPr>
            </a:lvl7pPr>
            <a:lvl8pPr algn="ctr">
              <a:defRPr sz="1575" b="0">
                <a:solidFill>
                  <a:srgbClr val="F2F5FC"/>
                </a:solidFill>
                <a:latin typeface="DejaVu Sans"/>
                <a:ea typeface="DejaVu Sans"/>
                <a:cs typeface="DejaVu Sans"/>
              </a:defRPr>
            </a:lvl8pPr>
            <a:lvl9pPr algn="ctr">
              <a:defRPr sz="1575" b="0">
                <a:solidFill>
                  <a:srgbClr val="F2F5FC"/>
                </a:solidFill>
                <a:latin typeface="DejaVu Sans"/>
                <a:ea typeface="DejaVu Sans"/>
                <a:cs typeface="DejaVu Sans"/>
              </a:defRPr>
            </a:lvl9pPr>
          </a:lstStyle>
          <a:p xmlns:a="http://schemas.openxmlformats.org/drawingml/2006/main">
            <a:pPr algn="ctr">
              <a:defRPr sz="1575" b="0">
                <a:solidFill>
                  <a:srgbClr val="F2F5FC"/>
                </a:solidFill>
                <a:latin typeface="DejaVu Sans"/>
                <a:ea typeface="DejaVu Sans"/>
                <a:cs typeface="DejaVu Sans"/>
              </a:defRPr>
            </a:pPr>
            <a:r>
              <a:rPr sz="1575" b="0">
                <a:solidFill>
                  <a:srgbClr val="F2F5FC"/>
                </a:solidFill>
                <a:latin typeface="DejaVu Sans"/>
                <a:ea typeface="DejaVu Sans"/>
                <a:cs typeface="DejaVu Sans"/>
              </a:rPr>
              <a:t>2 SONS</a:t>
            </a:r>
          </a:p>
          <a:p xmlns:a="http://schemas.openxmlformats.org/drawingml/2006/main">
            <a:pPr algn="ctr">
              <a:defRPr sz="1575" b="0">
                <a:solidFill>
                  <a:srgbClr val="F2F5FC"/>
                </a:solidFill>
                <a:latin typeface="DejaVu Sans"/>
                <a:ea typeface="DejaVu Sans"/>
                <a:cs typeface="DejaVu Sans"/>
              </a:defRPr>
            </a:pPr>
            <a:r>
              <a:rPr sz="1575" b="0">
                <a:solidFill>
                  <a:srgbClr val="F2F5FC"/>
                </a:solidFill>
                <a:latin typeface="DejaVu Sans"/>
                <a:ea typeface="DejaVu Sans"/>
                <a:cs typeface="DejaVu Sans"/>
              </a:rPr>
              <a:t>Infinite</a:t>
            </a:r>
          </a:p>
          <a:p xmlns:a="http://schemas.openxmlformats.org/drawingml/2006/main">
            <a:pPr algn="ctr">
              <a:defRPr sz="1575" b="0">
                <a:solidFill>
                  <a:srgbClr val="F2F5FC"/>
                </a:solidFill>
                <a:latin typeface="DejaVu Sans"/>
                <a:ea typeface="DejaVu Sans"/>
                <a:cs typeface="DejaVu Sans"/>
              </a:defRPr>
            </a:pPr>
            <a:r>
              <a:rPr sz="1575" b="0">
                <a:solidFill>
                  <a:srgbClr val="F2F5FC"/>
                </a:solidFill>
                <a:latin typeface="DejaVu Sans"/>
                <a:ea typeface="DejaVu Sans"/>
                <a:cs typeface="DejaVu Sans"/>
              </a:rPr>
              <a:t>interrupts</a:t>
            </a:r>
          </a:p>
        </p:txBody>
      </p:sp>
      <p:sp>
        <p:nvSpPr>
          <p:cNvPr id="11" name="">
            <a:extLst xmlns:a="http://schemas.openxmlformats.org/drawingml/2006/main">
              <a:ext uri="{FF2B5EF4-FFF2-40B4-BE49-F238E27FC236}">
                <a16:creationId xmlns:a16="http://schemas.microsoft.com/office/drawing/2014/main" id="{8F7E74E5-746C-436A-923B-1831FD75E417}"/>
              </a:ext>
            </a:extLst>
          </p:cNvPr>
          <p:cNvSpPr>
            <a:spLocks xmlns:a="http://schemas.openxmlformats.org/drawingml/2006/main" noGrp="1"/>
          </p:cNvSpPr>
          <p:nvPr/>
        </p:nvSpPr>
        <p:spPr>
          <a:xfrm xmlns:a="http://schemas.openxmlformats.org/drawingml/2006/main">
            <a:off x="2743200" y="4610100"/>
            <a:ext cx="1352550" cy="1352550"/>
          </a:xfrm>
          <a:prstGeom xmlns:a="http://schemas.openxmlformats.org/drawingml/2006/main" prst="ellipse">
            <a:avLst/>
          </a:prstGeom>
          <a:solidFill xmlns:a="http://schemas.openxmlformats.org/drawingml/2006/main">
            <a:srgbClr val="605023"/>
          </a:solidFill>
          <a:ln xmlns:a="http://schemas.openxmlformats.org/drawingml/2006/main" w="19050">
            <a:solidFill>
              <a:srgbClr val="FFD576"/>
            </a:solidFill>
            <a:prstDash val="solid"/>
          </a:ln>
        </p:spPr>
      </p:sp>
      <p:sp>
        <p:nvSpPr>
          <p:cNvPr id="12" name="">
            <a:extLst xmlns:a="http://schemas.openxmlformats.org/drawingml/2006/main">
              <a:ext uri="{FF2B5EF4-FFF2-40B4-BE49-F238E27FC236}">
                <a16:creationId xmlns:a16="http://schemas.microsoft.com/office/drawing/2014/main" id="{F6161BBA-9595-44BA-9530-408BB6321B37}"/>
              </a:ext>
            </a:extLst>
          </p:cNvPr>
          <p:cNvSpPr>
            <a:spLocks xmlns:a="http://schemas.openxmlformats.org/drawingml/2006/main" noGrp="1"/>
          </p:cNvSpPr>
          <p:nvPr/>
        </p:nvSpPr>
        <p:spPr>
          <a:xfrm xmlns:a="http://schemas.openxmlformats.org/drawingml/2006/main">
            <a:off x="2783777" y="4704779"/>
            <a:ext cx="1271397" cy="116319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75" b="0">
                <a:solidFill>
                  <a:srgbClr val="F2F5FC"/>
                </a:solidFill>
                <a:latin typeface="DejaVu Sans"/>
                <a:ea typeface="DejaVu Sans"/>
                <a:cs typeface="DejaVu Sans"/>
              </a:defRPr>
            </a:defPPr>
            <a:lvl1pPr algn="ctr">
              <a:defRPr sz="1575" b="0">
                <a:solidFill>
                  <a:srgbClr val="F2F5FC"/>
                </a:solidFill>
                <a:latin typeface="DejaVu Sans"/>
                <a:ea typeface="DejaVu Sans"/>
                <a:cs typeface="DejaVu Sans"/>
              </a:defRPr>
            </a:lvl1pPr>
            <a:lvl2pPr algn="ctr">
              <a:defRPr sz="1575" b="0">
                <a:solidFill>
                  <a:srgbClr val="F2F5FC"/>
                </a:solidFill>
                <a:latin typeface="DejaVu Sans"/>
                <a:ea typeface="DejaVu Sans"/>
                <a:cs typeface="DejaVu Sans"/>
              </a:defRPr>
            </a:lvl2pPr>
            <a:lvl3pPr algn="ctr">
              <a:defRPr sz="1575" b="0">
                <a:solidFill>
                  <a:srgbClr val="F2F5FC"/>
                </a:solidFill>
                <a:latin typeface="DejaVu Sans"/>
                <a:ea typeface="DejaVu Sans"/>
                <a:cs typeface="DejaVu Sans"/>
              </a:defRPr>
            </a:lvl3pPr>
            <a:lvl4pPr algn="ctr">
              <a:defRPr sz="1575" b="0">
                <a:solidFill>
                  <a:srgbClr val="F2F5FC"/>
                </a:solidFill>
                <a:latin typeface="DejaVu Sans"/>
                <a:ea typeface="DejaVu Sans"/>
                <a:cs typeface="DejaVu Sans"/>
              </a:defRPr>
            </a:lvl4pPr>
            <a:lvl5pPr algn="ctr">
              <a:defRPr sz="1575" b="0">
                <a:solidFill>
                  <a:srgbClr val="F2F5FC"/>
                </a:solidFill>
                <a:latin typeface="DejaVu Sans"/>
                <a:ea typeface="DejaVu Sans"/>
                <a:cs typeface="DejaVu Sans"/>
              </a:defRPr>
            </a:lvl5pPr>
            <a:lvl6pPr algn="ctr">
              <a:defRPr sz="1575" b="0">
                <a:solidFill>
                  <a:srgbClr val="F2F5FC"/>
                </a:solidFill>
                <a:latin typeface="DejaVu Sans"/>
                <a:ea typeface="DejaVu Sans"/>
                <a:cs typeface="DejaVu Sans"/>
              </a:defRPr>
            </a:lvl6pPr>
            <a:lvl7pPr algn="ctr">
              <a:defRPr sz="1575" b="0">
                <a:solidFill>
                  <a:srgbClr val="F2F5FC"/>
                </a:solidFill>
                <a:latin typeface="DejaVu Sans"/>
                <a:ea typeface="DejaVu Sans"/>
                <a:cs typeface="DejaVu Sans"/>
              </a:defRPr>
            </a:lvl7pPr>
            <a:lvl8pPr algn="ctr">
              <a:defRPr sz="1575" b="0">
                <a:solidFill>
                  <a:srgbClr val="F2F5FC"/>
                </a:solidFill>
                <a:latin typeface="DejaVu Sans"/>
                <a:ea typeface="DejaVu Sans"/>
                <a:cs typeface="DejaVu Sans"/>
              </a:defRPr>
            </a:lvl8pPr>
            <a:lvl9pPr algn="ctr">
              <a:defRPr sz="1575" b="0">
                <a:solidFill>
                  <a:srgbClr val="F2F5FC"/>
                </a:solidFill>
                <a:latin typeface="DejaVu Sans"/>
                <a:ea typeface="DejaVu Sans"/>
                <a:cs typeface="DejaVu Sans"/>
              </a:defRPr>
            </a:lvl9pPr>
          </a:lstStyle>
          <a:p xmlns:a="http://schemas.openxmlformats.org/drawingml/2006/main">
            <a:pPr algn="ctr">
              <a:defRPr sz="1575" b="0">
                <a:solidFill>
                  <a:srgbClr val="F2F5FC"/>
                </a:solidFill>
                <a:latin typeface="DejaVu Sans"/>
                <a:ea typeface="DejaVu Sans"/>
                <a:cs typeface="DejaVu Sans"/>
              </a:defRPr>
            </a:pPr>
            <a:r>
              <a:rPr sz="1575" b="0">
                <a:solidFill>
                  <a:srgbClr val="F2F5FC"/>
                </a:solidFill>
                <a:latin typeface="DejaVu Sans"/>
                <a:ea typeface="DejaVu Sans"/>
                <a:cs typeface="DejaVu Sans"/>
              </a:rPr>
              <a:t>HOBBIES</a:t>
            </a:r>
          </a:p>
          <a:p xmlns:a="http://schemas.openxmlformats.org/drawingml/2006/main">
            <a:pPr algn="ctr">
              <a:defRPr sz="1575" b="0">
                <a:solidFill>
                  <a:srgbClr val="F2F5FC"/>
                </a:solidFill>
                <a:latin typeface="DejaVu Sans"/>
                <a:ea typeface="DejaVu Sans"/>
                <a:cs typeface="DejaVu Sans"/>
              </a:defRPr>
            </a:pPr>
            <a:r>
              <a:rPr sz="1575" b="0">
                <a:solidFill>
                  <a:srgbClr val="F2F5FC"/>
                </a:solidFill>
                <a:latin typeface="DejaVu Sans"/>
                <a:ea typeface="DejaVu Sans"/>
                <a:cs typeface="DejaVu Sans"/>
              </a:rPr>
              <a:t>Extinct</a:t>
            </a:r>
          </a:p>
          <a:p xmlns:a="http://schemas.openxmlformats.org/drawingml/2006/main">
            <a:pPr algn="ctr">
              <a:defRPr sz="1575" b="0">
                <a:solidFill>
                  <a:srgbClr val="F2F5FC"/>
                </a:solidFill>
                <a:latin typeface="DejaVu Sans"/>
                <a:ea typeface="DejaVu Sans"/>
                <a:cs typeface="DejaVu Sans"/>
              </a:defRPr>
            </a:pPr>
            <a:r>
              <a:rPr sz="1575" b="0">
                <a:solidFill>
                  <a:srgbClr val="F2F5FC"/>
                </a:solidFill>
                <a:latin typeface="DejaVu Sans"/>
                <a:ea typeface="DejaVu Sans"/>
                <a:cs typeface="DejaVu Sans"/>
              </a:rPr>
              <a:t>Time = null</a:t>
            </a:r>
          </a:p>
        </p:txBody>
      </p:sp>
      <p:sp>
        <p:nvSpPr>
          <p:cNvPr id="13" name="">
            <a:extLst xmlns:a="http://schemas.openxmlformats.org/drawingml/2006/main">
              <a:ext uri="{FF2B5EF4-FFF2-40B4-BE49-F238E27FC236}">
                <a16:creationId xmlns:a16="http://schemas.microsoft.com/office/drawing/2014/main" id="{13A68589-FB3F-47D3-B20C-BD96BBB3C43F}"/>
              </a:ext>
            </a:extLst>
          </p:cNvPr>
          <p:cNvSpPr>
            <a:spLocks xmlns:a="http://schemas.openxmlformats.org/drawingml/2006/main" noGrp="1"/>
          </p:cNvSpPr>
          <p:nvPr/>
        </p:nvSpPr>
        <p:spPr>
          <a:xfrm xmlns:a="http://schemas.openxmlformats.org/drawingml/2006/main">
            <a:off x="4772025" y="4524375"/>
            <a:ext cx="1657350" cy="1657350"/>
          </a:xfrm>
          <a:prstGeom xmlns:a="http://schemas.openxmlformats.org/drawingml/2006/main" prst="ellipse">
            <a:avLst/>
          </a:prstGeom>
          <a:solidFill xmlns:a="http://schemas.openxmlformats.org/drawingml/2006/main">
            <a:srgbClr val="423360"/>
          </a:solidFill>
          <a:ln xmlns:a="http://schemas.openxmlformats.org/drawingml/2006/main" w="19050">
            <a:solidFill>
              <a:srgbClr val="C6A4FF"/>
            </a:solidFill>
            <a:prstDash val="solid"/>
          </a:ln>
        </p:spPr>
      </p:sp>
      <p:sp>
        <p:nvSpPr>
          <p:cNvPr id="14" name="">
            <a:extLst xmlns:a="http://schemas.openxmlformats.org/drawingml/2006/main">
              <a:ext uri="{FF2B5EF4-FFF2-40B4-BE49-F238E27FC236}">
                <a16:creationId xmlns:a16="http://schemas.microsoft.com/office/drawing/2014/main" id="{06F69207-E2F3-473D-8372-109D65548ED0}"/>
              </a:ext>
            </a:extLst>
          </p:cNvPr>
          <p:cNvSpPr>
            <a:spLocks xmlns:a="http://schemas.openxmlformats.org/drawingml/2006/main" noGrp="1"/>
          </p:cNvSpPr>
          <p:nvPr/>
        </p:nvSpPr>
        <p:spPr>
          <a:xfrm xmlns:a="http://schemas.openxmlformats.org/drawingml/2006/main">
            <a:off x="4821746" y="4640390"/>
            <a:ext cx="1557909" cy="1425321"/>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00" b="0">
                <a:solidFill>
                  <a:srgbClr val="F2F5FC"/>
                </a:solidFill>
                <a:latin typeface="DejaVu Sans"/>
                <a:ea typeface="DejaVu Sans"/>
                <a:cs typeface="DejaVu Sans"/>
              </a:defRPr>
            </a:defPPr>
            <a:lvl1pPr algn="ctr">
              <a:defRPr sz="1500" b="0">
                <a:solidFill>
                  <a:srgbClr val="F2F5FC"/>
                </a:solidFill>
                <a:latin typeface="DejaVu Sans"/>
                <a:ea typeface="DejaVu Sans"/>
                <a:cs typeface="DejaVu Sans"/>
              </a:defRPr>
            </a:lvl1pPr>
            <a:lvl2pPr algn="ctr">
              <a:defRPr sz="1500" b="0">
                <a:solidFill>
                  <a:srgbClr val="F2F5FC"/>
                </a:solidFill>
                <a:latin typeface="DejaVu Sans"/>
                <a:ea typeface="DejaVu Sans"/>
                <a:cs typeface="DejaVu Sans"/>
              </a:defRPr>
            </a:lvl2pPr>
            <a:lvl3pPr algn="ctr">
              <a:defRPr sz="1500" b="0">
                <a:solidFill>
                  <a:srgbClr val="F2F5FC"/>
                </a:solidFill>
                <a:latin typeface="DejaVu Sans"/>
                <a:ea typeface="DejaVu Sans"/>
                <a:cs typeface="DejaVu Sans"/>
              </a:defRPr>
            </a:lvl3pPr>
            <a:lvl4pPr algn="ctr">
              <a:defRPr sz="1500" b="0">
                <a:solidFill>
                  <a:srgbClr val="F2F5FC"/>
                </a:solidFill>
                <a:latin typeface="DejaVu Sans"/>
                <a:ea typeface="DejaVu Sans"/>
                <a:cs typeface="DejaVu Sans"/>
              </a:defRPr>
            </a:lvl4pPr>
            <a:lvl5pPr algn="ctr">
              <a:defRPr sz="1500" b="0">
                <a:solidFill>
                  <a:srgbClr val="F2F5FC"/>
                </a:solidFill>
                <a:latin typeface="DejaVu Sans"/>
                <a:ea typeface="DejaVu Sans"/>
                <a:cs typeface="DejaVu Sans"/>
              </a:defRPr>
            </a:lvl5pPr>
            <a:lvl6pPr algn="ctr">
              <a:defRPr sz="1500" b="0">
                <a:solidFill>
                  <a:srgbClr val="F2F5FC"/>
                </a:solidFill>
                <a:latin typeface="DejaVu Sans"/>
                <a:ea typeface="DejaVu Sans"/>
                <a:cs typeface="DejaVu Sans"/>
              </a:defRPr>
            </a:lvl6pPr>
            <a:lvl7pPr algn="ctr">
              <a:defRPr sz="1500" b="0">
                <a:solidFill>
                  <a:srgbClr val="F2F5FC"/>
                </a:solidFill>
                <a:latin typeface="DejaVu Sans"/>
                <a:ea typeface="DejaVu Sans"/>
                <a:cs typeface="DejaVu Sans"/>
              </a:defRPr>
            </a:lvl7pPr>
            <a:lvl8pPr algn="ctr">
              <a:defRPr sz="1500" b="0">
                <a:solidFill>
                  <a:srgbClr val="F2F5FC"/>
                </a:solidFill>
                <a:latin typeface="DejaVu Sans"/>
                <a:ea typeface="DejaVu Sans"/>
                <a:cs typeface="DejaVu Sans"/>
              </a:defRPr>
            </a:lvl8pPr>
            <a:lvl9pPr algn="ctr">
              <a:defRPr sz="1500" b="0">
                <a:solidFill>
                  <a:srgbClr val="F2F5FC"/>
                </a:solidFill>
                <a:latin typeface="DejaVu Sans"/>
                <a:ea typeface="DejaVu Sans"/>
                <a:cs typeface="DejaVu Sans"/>
              </a:defRPr>
            </a:lvl9pPr>
          </a:lstStyle>
          <a:p xmlns:a="http://schemas.openxmlformats.org/drawingml/2006/main">
            <a:pPr algn="ctr">
              <a:defRPr sz="1500" b="0">
                <a:solidFill>
                  <a:srgbClr val="F2F5FC"/>
                </a:solidFill>
                <a:latin typeface="DejaVu Sans"/>
                <a:ea typeface="DejaVu Sans"/>
                <a:cs typeface="DejaVu Sans"/>
              </a:defRPr>
            </a:pPr>
            <a:r>
              <a:rPr sz="1500" b="0">
                <a:solidFill>
                  <a:srgbClr val="F2F5FC"/>
                </a:solidFill>
                <a:latin typeface="DejaVu Sans"/>
                <a:ea typeface="DejaVu Sans"/>
                <a:cs typeface="DejaVu Sans"/>
              </a:rPr>
              <a:t>AI SKILLS</a:t>
            </a:r>
          </a:p>
          <a:p xmlns:a="http://schemas.openxmlformats.org/drawingml/2006/main">
            <a:pPr algn="ctr">
              <a:defRPr sz="1500" b="0">
                <a:solidFill>
                  <a:srgbClr val="F2F5FC"/>
                </a:solidFill>
                <a:latin typeface="DejaVu Sans"/>
                <a:ea typeface="DejaVu Sans"/>
                <a:cs typeface="DejaVu Sans"/>
              </a:defRPr>
            </a:pPr>
            <a:r>
              <a:rPr sz="1500" b="0">
                <a:solidFill>
                  <a:srgbClr val="F2F5FC"/>
                </a:solidFill>
                <a:latin typeface="DejaVu Sans"/>
                <a:ea typeface="DejaVu Sans"/>
                <a:cs typeface="DejaVu Sans"/>
              </a:rPr>
              <a:t>Graphs / GNNs</a:t>
            </a:r>
          </a:p>
          <a:p xmlns:a="http://schemas.openxmlformats.org/drawingml/2006/main">
            <a:pPr algn="ctr">
              <a:defRPr sz="1500" b="0">
                <a:solidFill>
                  <a:srgbClr val="F2F5FC"/>
                </a:solidFill>
                <a:latin typeface="DejaVu Sans"/>
                <a:ea typeface="DejaVu Sans"/>
                <a:cs typeface="DejaVu Sans"/>
              </a:defRPr>
            </a:pPr>
            <a:r>
              <a:rPr sz="1500" b="0">
                <a:solidFill>
                  <a:srgbClr val="F2F5FC"/>
                </a:solidFill>
                <a:latin typeface="DejaVu Sans"/>
                <a:ea typeface="DejaVu Sans"/>
                <a:cs typeface="DejaVu Sans"/>
              </a:rPr>
              <a:t>GraphRAG</a:t>
            </a:r>
          </a:p>
          <a:p xmlns:a="http://schemas.openxmlformats.org/drawingml/2006/main">
            <a:pPr algn="ctr">
              <a:defRPr sz="1500" b="0">
                <a:solidFill>
                  <a:srgbClr val="F2F5FC"/>
                </a:solidFill>
                <a:latin typeface="DejaVu Sans"/>
                <a:ea typeface="DejaVu Sans"/>
                <a:cs typeface="DejaVu Sans"/>
              </a:defRPr>
            </a:pPr>
            <a:r>
              <a:rPr sz="1500" b="0">
                <a:solidFill>
                  <a:srgbClr val="F2F5FC"/>
                </a:solidFill>
                <a:latin typeface="DejaVu Sans"/>
                <a:ea typeface="DejaVu Sans"/>
                <a:cs typeface="DejaVu Sans"/>
              </a:rPr>
              <a:t>Multimodal</a:t>
            </a:r>
          </a:p>
          <a:p xmlns:a="http://schemas.openxmlformats.org/drawingml/2006/main">
            <a:pPr algn="ctr">
              <a:defRPr sz="1500" b="0">
                <a:solidFill>
                  <a:srgbClr val="F2F5FC"/>
                </a:solidFill>
                <a:latin typeface="DejaVu Sans"/>
                <a:ea typeface="DejaVu Sans"/>
                <a:cs typeface="DejaVu Sans"/>
              </a:defRPr>
            </a:pPr>
            <a:r>
              <a:rPr sz="1500" b="0">
                <a:solidFill>
                  <a:srgbClr val="F2F5FC"/>
                </a:solidFill>
                <a:latin typeface="DejaVu Sans"/>
                <a:ea typeface="DejaVu Sans"/>
                <a:cs typeface="DejaVu Sans"/>
              </a:rPr>
              <a:t>LLMs / RL</a:t>
            </a:r>
          </a:p>
        </p:txBody>
      </p:sp>
      <p:sp>
        <p:nvSpPr>
          <p:cNvPr id="15" name="">
            <a:extLst xmlns:a="http://schemas.openxmlformats.org/drawingml/2006/main">
              <a:ext uri="{FF2B5EF4-FFF2-40B4-BE49-F238E27FC236}">
                <a16:creationId xmlns:a16="http://schemas.microsoft.com/office/drawing/2014/main" id="{3E11BB63-88ED-430B-AB47-D16A4C285A47}"/>
              </a:ext>
            </a:extLst>
          </p:cNvPr>
          <p:cNvSpPr>
            <a:spLocks xmlns:a="http://schemas.openxmlformats.org/drawingml/2006/main" noGrp="1"/>
          </p:cNvSpPr>
          <p:nvPr/>
        </p:nvSpPr>
        <p:spPr>
          <a:xfrm xmlns:a="http://schemas.openxmlformats.org/drawingml/2006/main">
            <a:off x="6181725" y="2724150"/>
            <a:ext cx="1352550" cy="1352550"/>
          </a:xfrm>
          <a:prstGeom xmlns:a="http://schemas.openxmlformats.org/drawingml/2006/main" prst="ellipse">
            <a:avLst/>
          </a:prstGeom>
          <a:solidFill xmlns:a="http://schemas.openxmlformats.org/drawingml/2006/main">
            <a:srgbClr val="225544"/>
          </a:solidFill>
          <a:ln xmlns:a="http://schemas.openxmlformats.org/drawingml/2006/main" w="19050">
            <a:solidFill>
              <a:srgbClr val="7CE2AF"/>
            </a:solidFill>
            <a:prstDash val="solid"/>
          </a:ln>
        </p:spPr>
      </p:sp>
      <p:sp>
        <p:nvSpPr>
          <p:cNvPr id="16" name="">
            <a:extLst xmlns:a="http://schemas.openxmlformats.org/drawingml/2006/main">
              <a:ext uri="{FF2B5EF4-FFF2-40B4-BE49-F238E27FC236}">
                <a16:creationId xmlns:a16="http://schemas.microsoft.com/office/drawing/2014/main" id="{123AF16E-5E58-4EE2-A0AB-3B7F8785FC92}"/>
              </a:ext>
            </a:extLst>
          </p:cNvPr>
          <p:cNvSpPr>
            <a:spLocks xmlns:a="http://schemas.openxmlformats.org/drawingml/2006/main" noGrp="1"/>
          </p:cNvSpPr>
          <p:nvPr/>
        </p:nvSpPr>
        <p:spPr>
          <a:xfrm xmlns:a="http://schemas.openxmlformats.org/drawingml/2006/main">
            <a:off x="6222302" y="2818829"/>
            <a:ext cx="1271397" cy="116319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725" b="0">
                <a:solidFill>
                  <a:srgbClr val="F2F5FC"/>
                </a:solidFill>
                <a:latin typeface="DejaVu Sans"/>
                <a:ea typeface="DejaVu Sans"/>
                <a:cs typeface="DejaVu Sans"/>
              </a:defRPr>
            </a:defPPr>
            <a:lvl1pPr algn="ctr">
              <a:defRPr sz="1725" b="0">
                <a:solidFill>
                  <a:srgbClr val="F2F5FC"/>
                </a:solidFill>
                <a:latin typeface="DejaVu Sans"/>
                <a:ea typeface="DejaVu Sans"/>
                <a:cs typeface="DejaVu Sans"/>
              </a:defRPr>
            </a:lvl1pPr>
            <a:lvl2pPr algn="ctr">
              <a:defRPr sz="1725" b="0">
                <a:solidFill>
                  <a:srgbClr val="F2F5FC"/>
                </a:solidFill>
                <a:latin typeface="DejaVu Sans"/>
                <a:ea typeface="DejaVu Sans"/>
                <a:cs typeface="DejaVu Sans"/>
              </a:defRPr>
            </a:lvl2pPr>
            <a:lvl3pPr algn="ctr">
              <a:defRPr sz="1725" b="0">
                <a:solidFill>
                  <a:srgbClr val="F2F5FC"/>
                </a:solidFill>
                <a:latin typeface="DejaVu Sans"/>
                <a:ea typeface="DejaVu Sans"/>
                <a:cs typeface="DejaVu Sans"/>
              </a:defRPr>
            </a:lvl3pPr>
            <a:lvl4pPr algn="ctr">
              <a:defRPr sz="1725" b="0">
                <a:solidFill>
                  <a:srgbClr val="F2F5FC"/>
                </a:solidFill>
                <a:latin typeface="DejaVu Sans"/>
                <a:ea typeface="DejaVu Sans"/>
                <a:cs typeface="DejaVu Sans"/>
              </a:defRPr>
            </a:lvl4pPr>
            <a:lvl5pPr algn="ctr">
              <a:defRPr sz="1725" b="0">
                <a:solidFill>
                  <a:srgbClr val="F2F5FC"/>
                </a:solidFill>
                <a:latin typeface="DejaVu Sans"/>
                <a:ea typeface="DejaVu Sans"/>
                <a:cs typeface="DejaVu Sans"/>
              </a:defRPr>
            </a:lvl5pPr>
            <a:lvl6pPr algn="ctr">
              <a:defRPr sz="1725" b="0">
                <a:solidFill>
                  <a:srgbClr val="F2F5FC"/>
                </a:solidFill>
                <a:latin typeface="DejaVu Sans"/>
                <a:ea typeface="DejaVu Sans"/>
                <a:cs typeface="DejaVu Sans"/>
              </a:defRPr>
            </a:lvl6pPr>
            <a:lvl7pPr algn="ctr">
              <a:defRPr sz="1725" b="0">
                <a:solidFill>
                  <a:srgbClr val="F2F5FC"/>
                </a:solidFill>
                <a:latin typeface="DejaVu Sans"/>
                <a:ea typeface="DejaVu Sans"/>
                <a:cs typeface="DejaVu Sans"/>
              </a:defRPr>
            </a:lvl7pPr>
            <a:lvl8pPr algn="ctr">
              <a:defRPr sz="1725" b="0">
                <a:solidFill>
                  <a:srgbClr val="F2F5FC"/>
                </a:solidFill>
                <a:latin typeface="DejaVu Sans"/>
                <a:ea typeface="DejaVu Sans"/>
                <a:cs typeface="DejaVu Sans"/>
              </a:defRPr>
            </a:lvl8pPr>
            <a:lvl9pPr algn="ctr">
              <a:defRPr sz="1725" b="0">
                <a:solidFill>
                  <a:srgbClr val="F2F5FC"/>
                </a:solidFill>
                <a:latin typeface="DejaVu Sans"/>
                <a:ea typeface="DejaVu Sans"/>
                <a:cs typeface="DejaVu Sans"/>
              </a:defRPr>
            </a:lvl9pPr>
          </a:lstStyle>
          <a:p xmlns:a="http://schemas.openxmlformats.org/drawingml/2006/main">
            <a:pPr algn="ctr">
              <a:defRPr sz="1725" b="0">
                <a:solidFill>
                  <a:srgbClr val="F2F5FC"/>
                </a:solidFill>
                <a:latin typeface="DejaVu Sans"/>
                <a:ea typeface="DejaVu Sans"/>
                <a:cs typeface="DejaVu Sans"/>
              </a:defRPr>
            </a:pPr>
            <a:r>
              <a:rPr sz="1725" b="0">
                <a:solidFill>
                  <a:srgbClr val="F2F5FC"/>
                </a:solidFill>
                <a:latin typeface="DejaVu Sans"/>
                <a:ea typeface="DejaVu Sans"/>
                <a:cs typeface="DejaVu Sans"/>
              </a:rPr>
              <a:t>NOVARTIS</a:t>
            </a:r>
          </a:p>
          <a:p xmlns:a="http://schemas.openxmlformats.org/drawingml/2006/main">
            <a:pPr algn="ctr">
              <a:defRPr sz="1725" b="0">
                <a:solidFill>
                  <a:srgbClr val="F2F5FC"/>
                </a:solidFill>
                <a:latin typeface="DejaVu Sans"/>
                <a:ea typeface="DejaVu Sans"/>
                <a:cs typeface="DejaVu Sans"/>
              </a:defRPr>
            </a:pPr>
            <a:r>
              <a:rPr sz="1725" b="0">
                <a:solidFill>
                  <a:srgbClr val="F2F5FC"/>
                </a:solidFill>
                <a:latin typeface="DejaVu Sans"/>
                <a:ea typeface="DejaVu Sans"/>
                <a:cs typeface="DejaVu Sans"/>
              </a:rPr>
              <a:t>3 chapters</a:t>
            </a:r>
          </a:p>
        </p:txBody>
      </p:sp>
      <p:sp>
        <p:nvSpPr>
          <p:cNvPr id="17" name="">
            <a:extLst xmlns:a="http://schemas.openxmlformats.org/drawingml/2006/main">
              <a:ext uri="{FF2B5EF4-FFF2-40B4-BE49-F238E27FC236}">
                <a16:creationId xmlns:a16="http://schemas.microsoft.com/office/drawing/2014/main" id="{023A9B57-7EDE-4D89-A05F-485CD4ED3B40}"/>
              </a:ext>
            </a:extLst>
          </p:cNvPr>
          <p:cNvSpPr>
            <a:spLocks xmlns:a="http://schemas.openxmlformats.org/drawingml/2006/main" noGrp="1"/>
          </p:cNvSpPr>
          <p:nvPr/>
        </p:nvSpPr>
        <p:spPr>
          <a:xfrm xmlns:a="http://schemas.openxmlformats.org/drawingml/2006/main">
            <a:off x="8382000" y="1352550"/>
            <a:ext cx="1181100" cy="1181100"/>
          </a:xfrm>
          <a:prstGeom xmlns:a="http://schemas.openxmlformats.org/drawingml/2006/main" prst="ellipse">
            <a:avLst/>
          </a:prstGeom>
          <a:solidFill xmlns:a="http://schemas.openxmlformats.org/drawingml/2006/main">
            <a:srgbClr val="24476D"/>
          </a:solidFill>
          <a:ln xmlns:a="http://schemas.openxmlformats.org/drawingml/2006/main" w="19050">
            <a:solidFill>
              <a:srgbClr val="81B9FF"/>
            </a:solidFill>
            <a:prstDash val="solid"/>
          </a:ln>
        </p:spPr>
      </p:sp>
      <p:sp>
        <p:nvSpPr>
          <p:cNvPr id="18" name="">
            <a:extLst xmlns:a="http://schemas.openxmlformats.org/drawingml/2006/main">
              <a:ext uri="{FF2B5EF4-FFF2-40B4-BE49-F238E27FC236}">
                <a16:creationId xmlns:a16="http://schemas.microsoft.com/office/drawing/2014/main" id="{ECE30212-53B6-4D37-B9EC-03C65F9C1522}"/>
              </a:ext>
            </a:extLst>
          </p:cNvPr>
          <p:cNvSpPr>
            <a:spLocks xmlns:a="http://schemas.openxmlformats.org/drawingml/2006/main" noGrp="1"/>
          </p:cNvSpPr>
          <p:nvPr/>
        </p:nvSpPr>
        <p:spPr>
          <a:xfrm xmlns:a="http://schemas.openxmlformats.org/drawingml/2006/main">
            <a:off x="8417433" y="1435227"/>
            <a:ext cx="1110234" cy="10157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875" b="0">
                <a:solidFill>
                  <a:srgbClr val="F2F5FC"/>
                </a:solidFill>
                <a:latin typeface="DejaVu Sans"/>
                <a:ea typeface="DejaVu Sans"/>
                <a:cs typeface="DejaVu Sans"/>
              </a:defRPr>
            </a:defPPr>
            <a:lvl1pPr algn="ctr">
              <a:defRPr sz="1875" b="0">
                <a:solidFill>
                  <a:srgbClr val="F2F5FC"/>
                </a:solidFill>
                <a:latin typeface="DejaVu Sans"/>
                <a:ea typeface="DejaVu Sans"/>
                <a:cs typeface="DejaVu Sans"/>
              </a:defRPr>
            </a:lvl1pPr>
            <a:lvl2pPr algn="ctr">
              <a:defRPr sz="1875" b="0">
                <a:solidFill>
                  <a:srgbClr val="F2F5FC"/>
                </a:solidFill>
                <a:latin typeface="DejaVu Sans"/>
                <a:ea typeface="DejaVu Sans"/>
                <a:cs typeface="DejaVu Sans"/>
              </a:defRPr>
            </a:lvl2pPr>
            <a:lvl3pPr algn="ctr">
              <a:defRPr sz="1875" b="0">
                <a:solidFill>
                  <a:srgbClr val="F2F5FC"/>
                </a:solidFill>
                <a:latin typeface="DejaVu Sans"/>
                <a:ea typeface="DejaVu Sans"/>
                <a:cs typeface="DejaVu Sans"/>
              </a:defRPr>
            </a:lvl3pPr>
            <a:lvl4pPr algn="ctr">
              <a:defRPr sz="1875" b="0">
                <a:solidFill>
                  <a:srgbClr val="F2F5FC"/>
                </a:solidFill>
                <a:latin typeface="DejaVu Sans"/>
                <a:ea typeface="DejaVu Sans"/>
                <a:cs typeface="DejaVu Sans"/>
              </a:defRPr>
            </a:lvl4pPr>
            <a:lvl5pPr algn="ctr">
              <a:defRPr sz="1875" b="0">
                <a:solidFill>
                  <a:srgbClr val="F2F5FC"/>
                </a:solidFill>
                <a:latin typeface="DejaVu Sans"/>
                <a:ea typeface="DejaVu Sans"/>
                <a:cs typeface="DejaVu Sans"/>
              </a:defRPr>
            </a:lvl5pPr>
            <a:lvl6pPr algn="ctr">
              <a:defRPr sz="1875" b="0">
                <a:solidFill>
                  <a:srgbClr val="F2F5FC"/>
                </a:solidFill>
                <a:latin typeface="DejaVu Sans"/>
                <a:ea typeface="DejaVu Sans"/>
                <a:cs typeface="DejaVu Sans"/>
              </a:defRPr>
            </a:lvl6pPr>
            <a:lvl7pPr algn="ctr">
              <a:defRPr sz="1875" b="0">
                <a:solidFill>
                  <a:srgbClr val="F2F5FC"/>
                </a:solidFill>
                <a:latin typeface="DejaVu Sans"/>
                <a:ea typeface="DejaVu Sans"/>
                <a:cs typeface="DejaVu Sans"/>
              </a:defRPr>
            </a:lvl7pPr>
            <a:lvl8pPr algn="ctr">
              <a:defRPr sz="1875" b="0">
                <a:solidFill>
                  <a:srgbClr val="F2F5FC"/>
                </a:solidFill>
                <a:latin typeface="DejaVu Sans"/>
                <a:ea typeface="DejaVu Sans"/>
                <a:cs typeface="DejaVu Sans"/>
              </a:defRPr>
            </a:lvl8pPr>
            <a:lvl9pPr algn="ctr">
              <a:defRPr sz="1875" b="0">
                <a:solidFill>
                  <a:srgbClr val="F2F5FC"/>
                </a:solidFill>
                <a:latin typeface="DejaVu Sans"/>
                <a:ea typeface="DejaVu Sans"/>
                <a:cs typeface="DejaVu Sans"/>
              </a:defRPr>
            </a:lvl9pPr>
          </a:lstStyle>
          <a:p xmlns:a="http://schemas.openxmlformats.org/drawingml/2006/main">
            <a:pPr algn="ctr">
              <a:defRPr sz="1875" b="0">
                <a:solidFill>
                  <a:srgbClr val="F2F5FC"/>
                </a:solidFill>
                <a:latin typeface="DejaVu Sans"/>
                <a:ea typeface="DejaVu Sans"/>
                <a:cs typeface="DejaVu Sans"/>
              </a:defRPr>
            </a:pPr>
            <a:r>
              <a:rPr sz="1875" b="0">
                <a:solidFill>
                  <a:srgbClr val="F2F5FC"/>
                </a:solidFill>
                <a:latin typeface="DejaVu Sans"/>
                <a:ea typeface="DejaVu Sans"/>
                <a:cs typeface="DejaVu Sans"/>
              </a:rPr>
              <a:t>v1</a:t>
            </a:r>
          </a:p>
          <a:p xmlns:a="http://schemas.openxmlformats.org/drawingml/2006/main">
            <a:pPr algn="ctr">
              <a:defRPr sz="1875" b="0">
                <a:solidFill>
                  <a:srgbClr val="F2F5FC"/>
                </a:solidFill>
                <a:latin typeface="DejaVu Sans"/>
                <a:ea typeface="DejaVu Sans"/>
                <a:cs typeface="DejaVu Sans"/>
              </a:defRPr>
            </a:pPr>
            <a:r>
              <a:rPr sz="1875" b="0">
                <a:solidFill>
                  <a:srgbClr val="F2F5FC"/>
                </a:solidFill>
                <a:latin typeface="DejaVu Sans"/>
                <a:ea typeface="DejaVu Sans"/>
                <a:cs typeface="DejaVu Sans"/>
              </a:rPr>
              <a:t>Conext</a:t>
            </a:r>
          </a:p>
        </p:txBody>
      </p:sp>
      <p:sp>
        <p:nvSpPr>
          <p:cNvPr id="19" name="">
            <a:extLst xmlns:a="http://schemas.openxmlformats.org/drawingml/2006/main">
              <a:ext uri="{FF2B5EF4-FFF2-40B4-BE49-F238E27FC236}">
                <a16:creationId xmlns:a16="http://schemas.microsoft.com/office/drawing/2014/main" id="{BDC51EC3-F5C5-42BC-822F-B433A79DBE76}"/>
              </a:ext>
            </a:extLst>
          </p:cNvPr>
          <p:cNvSpPr>
            <a:spLocks xmlns:a="http://schemas.openxmlformats.org/drawingml/2006/main" noGrp="1"/>
          </p:cNvSpPr>
          <p:nvPr/>
        </p:nvSpPr>
        <p:spPr>
          <a:xfrm xmlns:a="http://schemas.openxmlformats.org/drawingml/2006/main">
            <a:off x="8382000" y="2809875"/>
            <a:ext cx="1181100" cy="1181100"/>
          </a:xfrm>
          <a:prstGeom xmlns:a="http://schemas.openxmlformats.org/drawingml/2006/main" prst="ellipse">
            <a:avLst/>
          </a:prstGeom>
          <a:solidFill xmlns:a="http://schemas.openxmlformats.org/drawingml/2006/main">
            <a:srgbClr val="4E386B"/>
          </a:solidFill>
          <a:ln xmlns:a="http://schemas.openxmlformats.org/drawingml/2006/main" w="19050">
            <a:solidFill>
              <a:srgbClr val="C7A1FF"/>
            </a:solidFill>
            <a:prstDash val="solid"/>
          </a:ln>
        </p:spPr>
      </p:sp>
      <p:sp>
        <p:nvSpPr>
          <p:cNvPr id="20" name="">
            <a:extLst xmlns:a="http://schemas.openxmlformats.org/drawingml/2006/main">
              <a:ext uri="{FF2B5EF4-FFF2-40B4-BE49-F238E27FC236}">
                <a16:creationId xmlns:a16="http://schemas.microsoft.com/office/drawing/2014/main" id="{BCB608C5-978B-4E78-B7F8-811982B870D9}"/>
              </a:ext>
            </a:extLst>
          </p:cNvPr>
          <p:cNvSpPr>
            <a:spLocks xmlns:a="http://schemas.openxmlformats.org/drawingml/2006/main" noGrp="1"/>
          </p:cNvSpPr>
          <p:nvPr/>
        </p:nvSpPr>
        <p:spPr>
          <a:xfrm xmlns:a="http://schemas.openxmlformats.org/drawingml/2006/main">
            <a:off x="8417433" y="2892552"/>
            <a:ext cx="1110234" cy="10157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875" b="0">
                <a:solidFill>
                  <a:srgbClr val="F2F5FC"/>
                </a:solidFill>
                <a:latin typeface="DejaVu Sans"/>
                <a:ea typeface="DejaVu Sans"/>
                <a:cs typeface="DejaVu Sans"/>
              </a:defRPr>
            </a:defPPr>
            <a:lvl1pPr algn="ctr">
              <a:defRPr sz="1875" b="0">
                <a:solidFill>
                  <a:srgbClr val="F2F5FC"/>
                </a:solidFill>
                <a:latin typeface="DejaVu Sans"/>
                <a:ea typeface="DejaVu Sans"/>
                <a:cs typeface="DejaVu Sans"/>
              </a:defRPr>
            </a:lvl1pPr>
            <a:lvl2pPr algn="ctr">
              <a:defRPr sz="1875" b="0">
                <a:solidFill>
                  <a:srgbClr val="F2F5FC"/>
                </a:solidFill>
                <a:latin typeface="DejaVu Sans"/>
                <a:ea typeface="DejaVu Sans"/>
                <a:cs typeface="DejaVu Sans"/>
              </a:defRPr>
            </a:lvl2pPr>
            <a:lvl3pPr algn="ctr">
              <a:defRPr sz="1875" b="0">
                <a:solidFill>
                  <a:srgbClr val="F2F5FC"/>
                </a:solidFill>
                <a:latin typeface="DejaVu Sans"/>
                <a:ea typeface="DejaVu Sans"/>
                <a:cs typeface="DejaVu Sans"/>
              </a:defRPr>
            </a:lvl3pPr>
            <a:lvl4pPr algn="ctr">
              <a:defRPr sz="1875" b="0">
                <a:solidFill>
                  <a:srgbClr val="F2F5FC"/>
                </a:solidFill>
                <a:latin typeface="DejaVu Sans"/>
                <a:ea typeface="DejaVu Sans"/>
                <a:cs typeface="DejaVu Sans"/>
              </a:defRPr>
            </a:lvl4pPr>
            <a:lvl5pPr algn="ctr">
              <a:defRPr sz="1875" b="0">
                <a:solidFill>
                  <a:srgbClr val="F2F5FC"/>
                </a:solidFill>
                <a:latin typeface="DejaVu Sans"/>
                <a:ea typeface="DejaVu Sans"/>
                <a:cs typeface="DejaVu Sans"/>
              </a:defRPr>
            </a:lvl5pPr>
            <a:lvl6pPr algn="ctr">
              <a:defRPr sz="1875" b="0">
                <a:solidFill>
                  <a:srgbClr val="F2F5FC"/>
                </a:solidFill>
                <a:latin typeface="DejaVu Sans"/>
                <a:ea typeface="DejaVu Sans"/>
                <a:cs typeface="DejaVu Sans"/>
              </a:defRPr>
            </a:lvl6pPr>
            <a:lvl7pPr algn="ctr">
              <a:defRPr sz="1875" b="0">
                <a:solidFill>
                  <a:srgbClr val="F2F5FC"/>
                </a:solidFill>
                <a:latin typeface="DejaVu Sans"/>
                <a:ea typeface="DejaVu Sans"/>
                <a:cs typeface="DejaVu Sans"/>
              </a:defRPr>
            </a:lvl7pPr>
            <a:lvl8pPr algn="ctr">
              <a:defRPr sz="1875" b="0">
                <a:solidFill>
                  <a:srgbClr val="F2F5FC"/>
                </a:solidFill>
                <a:latin typeface="DejaVu Sans"/>
                <a:ea typeface="DejaVu Sans"/>
                <a:cs typeface="DejaVu Sans"/>
              </a:defRPr>
            </a:lvl8pPr>
            <a:lvl9pPr algn="ctr">
              <a:defRPr sz="1875" b="0">
                <a:solidFill>
                  <a:srgbClr val="F2F5FC"/>
                </a:solidFill>
                <a:latin typeface="DejaVu Sans"/>
                <a:ea typeface="DejaVu Sans"/>
                <a:cs typeface="DejaVu Sans"/>
              </a:defRPr>
            </a:lvl9pPr>
          </a:lstStyle>
          <a:p xmlns:a="http://schemas.openxmlformats.org/drawingml/2006/main">
            <a:pPr algn="ctr">
              <a:defRPr sz="1875" b="0">
                <a:solidFill>
                  <a:srgbClr val="F2F5FC"/>
                </a:solidFill>
                <a:latin typeface="DejaVu Sans"/>
                <a:ea typeface="DejaVu Sans"/>
                <a:cs typeface="DejaVu Sans"/>
              </a:defRPr>
            </a:pPr>
            <a:r>
              <a:rPr sz="1875" b="0">
                <a:solidFill>
                  <a:srgbClr val="F2F5FC"/>
                </a:solidFill>
                <a:latin typeface="DejaVu Sans"/>
                <a:ea typeface="DejaVu Sans"/>
                <a:cs typeface="DejaVu Sans"/>
              </a:rPr>
              <a:t>v2</a:t>
            </a:r>
          </a:p>
          <a:p xmlns:a="http://schemas.openxmlformats.org/drawingml/2006/main">
            <a:pPr algn="ctr">
              <a:defRPr sz="1875" b="0">
                <a:solidFill>
                  <a:srgbClr val="F2F5FC"/>
                </a:solidFill>
                <a:latin typeface="DejaVu Sans"/>
                <a:ea typeface="DejaVu Sans"/>
                <a:cs typeface="DejaVu Sans"/>
              </a:defRPr>
            </a:pPr>
            <a:r>
              <a:rPr sz="1875" b="0">
                <a:solidFill>
                  <a:srgbClr val="F2F5FC"/>
                </a:solidFill>
                <a:latin typeface="DejaVu Sans"/>
                <a:ea typeface="DejaVu Sans"/>
                <a:cs typeface="DejaVu Sans"/>
              </a:rPr>
              <a:t>NBS IT</a:t>
            </a:r>
          </a:p>
        </p:txBody>
      </p:sp>
      <p:sp>
        <p:nvSpPr>
          <p:cNvPr id="21" name="">
            <a:extLst xmlns:a="http://schemas.openxmlformats.org/drawingml/2006/main">
              <a:ext uri="{FF2B5EF4-FFF2-40B4-BE49-F238E27FC236}">
                <a16:creationId xmlns:a16="http://schemas.microsoft.com/office/drawing/2014/main" id="{BAF6C828-CB13-4AEB-8DE0-E66CA6D5E61B}"/>
              </a:ext>
            </a:extLst>
          </p:cNvPr>
          <p:cNvSpPr>
            <a:spLocks xmlns:a="http://schemas.openxmlformats.org/drawingml/2006/main" noGrp="1"/>
          </p:cNvSpPr>
          <p:nvPr/>
        </p:nvSpPr>
        <p:spPr>
          <a:xfrm xmlns:a="http://schemas.openxmlformats.org/drawingml/2006/main">
            <a:off x="8382000" y="4267200"/>
            <a:ext cx="1181100" cy="1181100"/>
          </a:xfrm>
          <a:prstGeom xmlns:a="http://schemas.openxmlformats.org/drawingml/2006/main" prst="ellipse">
            <a:avLst/>
          </a:prstGeom>
          <a:solidFill xmlns:a="http://schemas.openxmlformats.org/drawingml/2006/main">
            <a:srgbClr val="185C55"/>
          </a:solidFill>
          <a:ln xmlns:a="http://schemas.openxmlformats.org/drawingml/2006/main" w="19050">
            <a:solidFill>
              <a:srgbClr val="70E2CE"/>
            </a:solidFill>
            <a:prstDash val="solid"/>
          </a:ln>
        </p:spPr>
      </p:sp>
      <p:sp>
        <p:nvSpPr>
          <p:cNvPr id="22" name="">
            <a:extLst xmlns:a="http://schemas.openxmlformats.org/drawingml/2006/main">
              <a:ext uri="{FF2B5EF4-FFF2-40B4-BE49-F238E27FC236}">
                <a16:creationId xmlns:a16="http://schemas.microsoft.com/office/drawing/2014/main" id="{F01BE61B-A541-464F-AE2A-8840644FCB54}"/>
              </a:ext>
            </a:extLst>
          </p:cNvPr>
          <p:cNvSpPr>
            <a:spLocks xmlns:a="http://schemas.openxmlformats.org/drawingml/2006/main" noGrp="1"/>
          </p:cNvSpPr>
          <p:nvPr/>
        </p:nvSpPr>
        <p:spPr>
          <a:xfrm xmlns:a="http://schemas.openxmlformats.org/drawingml/2006/main">
            <a:off x="8417433" y="4349877"/>
            <a:ext cx="1110234" cy="101574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875" b="0">
                <a:solidFill>
                  <a:srgbClr val="F2F5FC"/>
                </a:solidFill>
                <a:latin typeface="DejaVu Sans"/>
                <a:ea typeface="DejaVu Sans"/>
                <a:cs typeface="DejaVu Sans"/>
              </a:defRPr>
            </a:defPPr>
            <a:lvl1pPr algn="ctr">
              <a:defRPr sz="1875" b="0">
                <a:solidFill>
                  <a:srgbClr val="F2F5FC"/>
                </a:solidFill>
                <a:latin typeface="DejaVu Sans"/>
                <a:ea typeface="DejaVu Sans"/>
                <a:cs typeface="DejaVu Sans"/>
              </a:defRPr>
            </a:lvl1pPr>
            <a:lvl2pPr algn="ctr">
              <a:defRPr sz="1875" b="0">
                <a:solidFill>
                  <a:srgbClr val="F2F5FC"/>
                </a:solidFill>
                <a:latin typeface="DejaVu Sans"/>
                <a:ea typeface="DejaVu Sans"/>
                <a:cs typeface="DejaVu Sans"/>
              </a:defRPr>
            </a:lvl2pPr>
            <a:lvl3pPr algn="ctr">
              <a:defRPr sz="1875" b="0">
                <a:solidFill>
                  <a:srgbClr val="F2F5FC"/>
                </a:solidFill>
                <a:latin typeface="DejaVu Sans"/>
                <a:ea typeface="DejaVu Sans"/>
                <a:cs typeface="DejaVu Sans"/>
              </a:defRPr>
            </a:lvl3pPr>
            <a:lvl4pPr algn="ctr">
              <a:defRPr sz="1875" b="0">
                <a:solidFill>
                  <a:srgbClr val="F2F5FC"/>
                </a:solidFill>
                <a:latin typeface="DejaVu Sans"/>
                <a:ea typeface="DejaVu Sans"/>
                <a:cs typeface="DejaVu Sans"/>
              </a:defRPr>
            </a:lvl4pPr>
            <a:lvl5pPr algn="ctr">
              <a:defRPr sz="1875" b="0">
                <a:solidFill>
                  <a:srgbClr val="F2F5FC"/>
                </a:solidFill>
                <a:latin typeface="DejaVu Sans"/>
                <a:ea typeface="DejaVu Sans"/>
                <a:cs typeface="DejaVu Sans"/>
              </a:defRPr>
            </a:lvl5pPr>
            <a:lvl6pPr algn="ctr">
              <a:defRPr sz="1875" b="0">
                <a:solidFill>
                  <a:srgbClr val="F2F5FC"/>
                </a:solidFill>
                <a:latin typeface="DejaVu Sans"/>
                <a:ea typeface="DejaVu Sans"/>
                <a:cs typeface="DejaVu Sans"/>
              </a:defRPr>
            </a:lvl6pPr>
            <a:lvl7pPr algn="ctr">
              <a:defRPr sz="1875" b="0">
                <a:solidFill>
                  <a:srgbClr val="F2F5FC"/>
                </a:solidFill>
                <a:latin typeface="DejaVu Sans"/>
                <a:ea typeface="DejaVu Sans"/>
                <a:cs typeface="DejaVu Sans"/>
              </a:defRPr>
            </a:lvl7pPr>
            <a:lvl8pPr algn="ctr">
              <a:defRPr sz="1875" b="0">
                <a:solidFill>
                  <a:srgbClr val="F2F5FC"/>
                </a:solidFill>
                <a:latin typeface="DejaVu Sans"/>
                <a:ea typeface="DejaVu Sans"/>
                <a:cs typeface="DejaVu Sans"/>
              </a:defRPr>
            </a:lvl8pPr>
            <a:lvl9pPr algn="ctr">
              <a:defRPr sz="1875" b="0">
                <a:solidFill>
                  <a:srgbClr val="F2F5FC"/>
                </a:solidFill>
                <a:latin typeface="DejaVu Sans"/>
                <a:ea typeface="DejaVu Sans"/>
                <a:cs typeface="DejaVu Sans"/>
              </a:defRPr>
            </a:lvl9pPr>
          </a:lstStyle>
          <a:p xmlns:a="http://schemas.openxmlformats.org/drawingml/2006/main">
            <a:pPr algn="ctr">
              <a:defRPr sz="1875" b="0">
                <a:solidFill>
                  <a:srgbClr val="F2F5FC"/>
                </a:solidFill>
                <a:latin typeface="DejaVu Sans"/>
                <a:ea typeface="DejaVu Sans"/>
                <a:cs typeface="DejaVu Sans"/>
              </a:defRPr>
            </a:pPr>
            <a:r>
              <a:rPr sz="1875" b="0">
                <a:solidFill>
                  <a:srgbClr val="F2F5FC"/>
                </a:solidFill>
                <a:latin typeface="DejaVu Sans"/>
                <a:ea typeface="DejaVu Sans"/>
                <a:cs typeface="DejaVu Sans"/>
              </a:rPr>
              <a:t>v3</a:t>
            </a:r>
          </a:p>
          <a:p xmlns:a="http://schemas.openxmlformats.org/drawingml/2006/main">
            <a:pPr algn="ctr">
              <a:defRPr sz="1875" b="0">
                <a:solidFill>
                  <a:srgbClr val="F2F5FC"/>
                </a:solidFill>
                <a:latin typeface="DejaVu Sans"/>
                <a:ea typeface="DejaVu Sans"/>
                <a:cs typeface="DejaVu Sans"/>
              </a:defRPr>
            </a:pPr>
            <a:r>
              <a:rPr sz="1875" b="0">
                <a:solidFill>
                  <a:srgbClr val="F2F5FC"/>
                </a:solidFill>
                <a:latin typeface="DejaVu Sans"/>
                <a:ea typeface="DejaVu Sans"/>
                <a:cs typeface="DejaVu Sans"/>
              </a:rPr>
              <a:t>DS&amp;AI</a:t>
            </a:r>
          </a:p>
        </p:txBody>
      </p:sp>
      <p:sp>
        <p:nvSpPr>
          <p:cNvPr id="23" name="">
            <a:extLst xmlns:a="http://schemas.openxmlformats.org/drawingml/2006/main">
              <a:ext uri="{FF2B5EF4-FFF2-40B4-BE49-F238E27FC236}">
                <a16:creationId xmlns:a16="http://schemas.microsoft.com/office/drawing/2014/main" id="{B7928087-B1FE-466A-A4CA-9B98C6E3E73A}"/>
              </a:ext>
            </a:extLst>
          </p:cNvPr>
          <p:cNvSpPr>
            <a:spLocks xmlns:a="http://schemas.openxmlformats.org/drawingml/2006/main" noGrp="1"/>
          </p:cNvSpPr>
          <p:nvPr/>
        </p:nvSpPr>
        <p:spPr>
          <a:xfrm xmlns:a="http://schemas.openxmlformats.org/drawingml/2006/main">
            <a:off x="10239375" y="2686050"/>
            <a:ext cx="1428750" cy="1428750"/>
          </a:xfrm>
          <a:prstGeom xmlns:a="http://schemas.openxmlformats.org/drawingml/2006/main" prst="ellipse">
            <a:avLst/>
          </a:prstGeom>
          <a:solidFill xmlns:a="http://schemas.openxmlformats.org/drawingml/2006/main">
            <a:srgbClr val="65432B"/>
          </a:solidFill>
          <a:ln xmlns:a="http://schemas.openxmlformats.org/drawingml/2006/main" w="19050">
            <a:solidFill>
              <a:srgbClr val="FFBA7B"/>
            </a:solidFill>
            <a:prstDash val="solid"/>
          </a:ln>
        </p:spPr>
      </p:sp>
      <p:sp>
        <p:nvSpPr>
          <p:cNvPr id="24" name="">
            <a:extLst xmlns:a="http://schemas.openxmlformats.org/drawingml/2006/main">
              <a:ext uri="{FF2B5EF4-FFF2-40B4-BE49-F238E27FC236}">
                <a16:creationId xmlns:a16="http://schemas.microsoft.com/office/drawing/2014/main" id="{A4A23B19-9C0E-4A12-92C7-62D8326198C5}"/>
              </a:ext>
            </a:extLst>
          </p:cNvPr>
          <p:cNvSpPr>
            <a:spLocks xmlns:a="http://schemas.openxmlformats.org/drawingml/2006/main" noGrp="1"/>
          </p:cNvSpPr>
          <p:nvPr/>
        </p:nvSpPr>
        <p:spPr>
          <a:xfrm xmlns:a="http://schemas.openxmlformats.org/drawingml/2006/main">
            <a:off x="10282238" y="2786063"/>
            <a:ext cx="1343025"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725" b="0">
                <a:solidFill>
                  <a:srgbClr val="F2F5FC"/>
                </a:solidFill>
                <a:latin typeface="DejaVu Sans"/>
                <a:ea typeface="DejaVu Sans"/>
                <a:cs typeface="DejaVu Sans"/>
              </a:defRPr>
            </a:defPPr>
            <a:lvl1pPr algn="ctr">
              <a:defRPr sz="1725" b="0">
                <a:solidFill>
                  <a:srgbClr val="F2F5FC"/>
                </a:solidFill>
                <a:latin typeface="DejaVu Sans"/>
                <a:ea typeface="DejaVu Sans"/>
                <a:cs typeface="DejaVu Sans"/>
              </a:defRPr>
            </a:lvl1pPr>
            <a:lvl2pPr algn="ctr">
              <a:defRPr sz="1725" b="0">
                <a:solidFill>
                  <a:srgbClr val="F2F5FC"/>
                </a:solidFill>
                <a:latin typeface="DejaVu Sans"/>
                <a:ea typeface="DejaVu Sans"/>
                <a:cs typeface="DejaVu Sans"/>
              </a:defRPr>
            </a:lvl2pPr>
            <a:lvl3pPr algn="ctr">
              <a:defRPr sz="1725" b="0">
                <a:solidFill>
                  <a:srgbClr val="F2F5FC"/>
                </a:solidFill>
                <a:latin typeface="DejaVu Sans"/>
                <a:ea typeface="DejaVu Sans"/>
                <a:cs typeface="DejaVu Sans"/>
              </a:defRPr>
            </a:lvl3pPr>
            <a:lvl4pPr algn="ctr">
              <a:defRPr sz="1725" b="0">
                <a:solidFill>
                  <a:srgbClr val="F2F5FC"/>
                </a:solidFill>
                <a:latin typeface="DejaVu Sans"/>
                <a:ea typeface="DejaVu Sans"/>
                <a:cs typeface="DejaVu Sans"/>
              </a:defRPr>
            </a:lvl4pPr>
            <a:lvl5pPr algn="ctr">
              <a:defRPr sz="1725" b="0">
                <a:solidFill>
                  <a:srgbClr val="F2F5FC"/>
                </a:solidFill>
                <a:latin typeface="DejaVu Sans"/>
                <a:ea typeface="DejaVu Sans"/>
                <a:cs typeface="DejaVu Sans"/>
              </a:defRPr>
            </a:lvl5pPr>
            <a:lvl6pPr algn="ctr">
              <a:defRPr sz="1725" b="0">
                <a:solidFill>
                  <a:srgbClr val="F2F5FC"/>
                </a:solidFill>
                <a:latin typeface="DejaVu Sans"/>
                <a:ea typeface="DejaVu Sans"/>
                <a:cs typeface="DejaVu Sans"/>
              </a:defRPr>
            </a:lvl6pPr>
            <a:lvl7pPr algn="ctr">
              <a:defRPr sz="1725" b="0">
                <a:solidFill>
                  <a:srgbClr val="F2F5FC"/>
                </a:solidFill>
                <a:latin typeface="DejaVu Sans"/>
                <a:ea typeface="DejaVu Sans"/>
                <a:cs typeface="DejaVu Sans"/>
              </a:defRPr>
            </a:lvl7pPr>
            <a:lvl8pPr algn="ctr">
              <a:defRPr sz="1725" b="0">
                <a:solidFill>
                  <a:srgbClr val="F2F5FC"/>
                </a:solidFill>
                <a:latin typeface="DejaVu Sans"/>
                <a:ea typeface="DejaVu Sans"/>
                <a:cs typeface="DejaVu Sans"/>
              </a:defRPr>
            </a:lvl8pPr>
            <a:lvl9pPr algn="ctr">
              <a:defRPr sz="1725" b="0">
                <a:solidFill>
                  <a:srgbClr val="F2F5FC"/>
                </a:solidFill>
                <a:latin typeface="DejaVu Sans"/>
                <a:ea typeface="DejaVu Sans"/>
                <a:cs typeface="DejaVu Sans"/>
              </a:defRPr>
            </a:lvl9pPr>
          </a:lstStyle>
          <a:p xmlns:a="http://schemas.openxmlformats.org/drawingml/2006/main">
            <a:pPr algn="ctr">
              <a:defRPr sz="1725" b="0">
                <a:solidFill>
                  <a:srgbClr val="F2F5FC"/>
                </a:solidFill>
                <a:latin typeface="DejaVu Sans"/>
                <a:ea typeface="DejaVu Sans"/>
                <a:cs typeface="DejaVu Sans"/>
              </a:defRPr>
            </a:pPr>
            <a:r>
              <a:rPr sz="1725" b="0">
                <a:solidFill>
                  <a:srgbClr val="F2F5FC"/>
                </a:solidFill>
                <a:latin typeface="DejaVu Sans"/>
                <a:ea typeface="DejaVu Sans"/>
                <a:cs typeface="DejaVu Sans"/>
              </a:rPr>
              <a:t>ARUN</a:t>
            </a:r>
          </a:p>
          <a:p xmlns:a="http://schemas.openxmlformats.org/drawingml/2006/main">
            <a:pPr algn="ctr">
              <a:defRPr sz="1725" b="0">
                <a:solidFill>
                  <a:srgbClr val="F2F5FC"/>
                </a:solidFill>
                <a:latin typeface="DejaVu Sans"/>
                <a:ea typeface="DejaVu Sans"/>
                <a:cs typeface="DejaVu Sans"/>
              </a:defRPr>
            </a:pPr>
            <a:r>
              <a:rPr sz="1725" b="0">
                <a:solidFill>
                  <a:srgbClr val="F2F5FC"/>
                </a:solidFill>
                <a:latin typeface="DejaVu Sans"/>
                <a:ea typeface="DejaVu Sans"/>
                <a:cs typeface="DejaVu Sans"/>
              </a:rPr>
              <a:t>:Human</a:t>
            </a:r>
          </a:p>
          <a:p xmlns:a="http://schemas.openxmlformats.org/drawingml/2006/main">
            <a:pPr algn="ctr">
              <a:defRPr sz="1725" b="0">
                <a:solidFill>
                  <a:srgbClr val="F2F5FC"/>
                </a:solidFill>
                <a:latin typeface="DejaVu Sans"/>
                <a:ea typeface="DejaVu Sans"/>
                <a:cs typeface="DejaVu Sans"/>
              </a:defRPr>
            </a:pPr>
            <a:r>
              <a:rPr sz="1725" b="0">
                <a:solidFill>
                  <a:srgbClr val="F2F5FC"/>
                </a:solidFill>
                <a:latin typeface="DejaVu Sans"/>
                <a:ea typeface="DejaVu Sans"/>
                <a:cs typeface="DejaVu Sans"/>
              </a:rPr>
              <a:t>My manager</a:t>
            </a:r>
          </a:p>
        </p:txBody>
      </p:sp>
      <p:sp>
        <p:nvSpPr>
          <p:cNvPr id="37" name="">
            <a:extLst xmlns:a="http://schemas.openxmlformats.org/drawingml/2006/main">
              <a:ext uri="{FF2B5EF4-FFF2-40B4-BE49-F238E27FC236}">
                <a16:creationId xmlns:a16="http://schemas.microsoft.com/office/drawing/2014/main" id="{A01E5D66-874E-4C19-A89F-B0250C1AB064}"/>
              </a:ext>
            </a:extLst>
          </p:cNvPr>
          <p:cNvSpPr>
            <a:spLocks xmlns:a="http://schemas.openxmlformats.org/drawingml/2006/main" noGrp="1"/>
          </p:cNvSpPr>
          <p:nvPr/>
        </p:nvSpPr>
        <p:spPr>
          <a:xfrm xmlns:a="http://schemas.openxmlformats.org/drawingml/2006/main">
            <a:off x="2190750" y="2514600"/>
            <a:ext cx="1285875" cy="238125"/>
          </a:xfrm>
          <a:prstGeom xmlns:a="http://schemas.openxmlformats.org/drawingml/2006/main" prst="rect">
            <a:avLst/>
          </a:prstGeom>
          <a:solidFill xmlns:a="http://schemas.openxmlformats.org/drawingml/2006/main">
            <a:srgbClr val="0B1423"/>
          </a:solidFill>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1">
                <a:solidFill>
                  <a:srgbClr val="8EB9FF"/>
                </a:solidFill>
                <a:latin typeface="DejaVu Sans"/>
                <a:ea typeface="DejaVu Sans"/>
                <a:cs typeface="DejaVu Sans"/>
              </a:defRPr>
            </a:defPPr>
            <a:lvl1pPr algn="ctr">
              <a:defRPr sz="1050" b="1">
                <a:solidFill>
                  <a:srgbClr val="8EB9FF"/>
                </a:solidFill>
                <a:latin typeface="DejaVu Sans"/>
                <a:ea typeface="DejaVu Sans"/>
                <a:cs typeface="DejaVu Sans"/>
              </a:defRPr>
            </a:lvl1pPr>
            <a:lvl2pPr algn="ctr">
              <a:defRPr sz="1050" b="1">
                <a:solidFill>
                  <a:srgbClr val="8EB9FF"/>
                </a:solidFill>
                <a:latin typeface="DejaVu Sans"/>
                <a:ea typeface="DejaVu Sans"/>
                <a:cs typeface="DejaVu Sans"/>
              </a:defRPr>
            </a:lvl2pPr>
            <a:lvl3pPr algn="ctr">
              <a:defRPr sz="1050" b="1">
                <a:solidFill>
                  <a:srgbClr val="8EB9FF"/>
                </a:solidFill>
                <a:latin typeface="DejaVu Sans"/>
                <a:ea typeface="DejaVu Sans"/>
                <a:cs typeface="DejaVu Sans"/>
              </a:defRPr>
            </a:lvl3pPr>
            <a:lvl4pPr algn="ctr">
              <a:defRPr sz="1050" b="1">
                <a:solidFill>
                  <a:srgbClr val="8EB9FF"/>
                </a:solidFill>
                <a:latin typeface="DejaVu Sans"/>
                <a:ea typeface="DejaVu Sans"/>
                <a:cs typeface="DejaVu Sans"/>
              </a:defRPr>
            </a:lvl4pPr>
            <a:lvl5pPr algn="ctr">
              <a:defRPr sz="1050" b="1">
                <a:solidFill>
                  <a:srgbClr val="8EB9FF"/>
                </a:solidFill>
                <a:latin typeface="DejaVu Sans"/>
                <a:ea typeface="DejaVu Sans"/>
                <a:cs typeface="DejaVu Sans"/>
              </a:defRPr>
            </a:lvl5pPr>
            <a:lvl6pPr algn="ctr">
              <a:defRPr sz="1050" b="1">
                <a:solidFill>
                  <a:srgbClr val="8EB9FF"/>
                </a:solidFill>
                <a:latin typeface="DejaVu Sans"/>
                <a:ea typeface="DejaVu Sans"/>
                <a:cs typeface="DejaVu Sans"/>
              </a:defRPr>
            </a:lvl6pPr>
            <a:lvl7pPr algn="ctr">
              <a:defRPr sz="1050" b="1">
                <a:solidFill>
                  <a:srgbClr val="8EB9FF"/>
                </a:solidFill>
                <a:latin typeface="DejaVu Sans"/>
                <a:ea typeface="DejaVu Sans"/>
                <a:cs typeface="DejaVu Sans"/>
              </a:defRPr>
            </a:lvl7pPr>
            <a:lvl8pPr algn="ctr">
              <a:defRPr sz="1050" b="1">
                <a:solidFill>
                  <a:srgbClr val="8EB9FF"/>
                </a:solidFill>
                <a:latin typeface="DejaVu Sans"/>
                <a:ea typeface="DejaVu Sans"/>
                <a:cs typeface="DejaVu Sans"/>
              </a:defRPr>
            </a:lvl8pPr>
            <a:lvl9pPr algn="ctr">
              <a:defRPr sz="1050" b="1">
                <a:solidFill>
                  <a:srgbClr val="8EB9FF"/>
                </a:solidFill>
                <a:latin typeface="DejaVu Sans"/>
                <a:ea typeface="DejaVu Sans"/>
                <a:cs typeface="DejaVu Sans"/>
              </a:defRPr>
            </a:lvl9pPr>
          </a:lstStyle>
          <a:p xmlns:a="http://schemas.openxmlformats.org/drawingml/2006/main">
            <a:pPr algn="ctr">
              <a:defRPr sz="1050" b="1">
                <a:solidFill>
                  <a:srgbClr val="8EB9FF"/>
                </a:solidFill>
                <a:latin typeface="DejaVu Sans"/>
                <a:ea typeface="DejaVu Sans"/>
                <a:cs typeface="DejaVu Sans"/>
              </a:defRPr>
            </a:pPr>
            <a:r>
              <a:rPr sz="1050" b="1">
                <a:solidFill>
                  <a:srgbClr val="8EB9FF"/>
                </a:solidFill>
                <a:latin typeface="DejaVu Sans"/>
                <a:ea typeface="DejaVu Sans"/>
                <a:cs typeface="DejaVu Sans"/>
              </a:rPr>
              <a:t>STUDIED_AT</a:t>
            </a:r>
          </a:p>
        </p:txBody>
      </p:sp>
      <p:sp>
        <p:nvSpPr>
          <p:cNvPr id="38" name="">
            <a:extLst xmlns:a="http://schemas.openxmlformats.org/drawingml/2006/main">
              <a:ext uri="{FF2B5EF4-FFF2-40B4-BE49-F238E27FC236}">
                <a16:creationId xmlns:a16="http://schemas.microsoft.com/office/drawing/2014/main" id="{3979C94E-BD9C-417C-AE40-22431229298F}"/>
              </a:ext>
            </a:extLst>
          </p:cNvPr>
          <p:cNvSpPr>
            <a:spLocks xmlns:a="http://schemas.openxmlformats.org/drawingml/2006/main" noGrp="1"/>
          </p:cNvSpPr>
          <p:nvPr/>
        </p:nvSpPr>
        <p:spPr>
          <a:xfrm xmlns:a="http://schemas.openxmlformats.org/drawingml/2006/main">
            <a:off x="2190750" y="4057650"/>
            <a:ext cx="1285875" cy="238125"/>
          </a:xfrm>
          <a:prstGeom xmlns:a="http://schemas.openxmlformats.org/drawingml/2006/main" prst="rect">
            <a:avLst/>
          </a:prstGeom>
          <a:solidFill xmlns:a="http://schemas.openxmlformats.org/drawingml/2006/main">
            <a:srgbClr val="0B1423"/>
          </a:solidFill>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1">
                <a:solidFill>
                  <a:srgbClr val="8EB9FF"/>
                </a:solidFill>
                <a:latin typeface="DejaVu Sans"/>
                <a:ea typeface="DejaVu Sans"/>
                <a:cs typeface="DejaVu Sans"/>
              </a:defRPr>
            </a:defPPr>
            <a:lvl1pPr algn="ctr">
              <a:defRPr sz="1050" b="1">
                <a:solidFill>
                  <a:srgbClr val="8EB9FF"/>
                </a:solidFill>
                <a:latin typeface="DejaVu Sans"/>
                <a:ea typeface="DejaVu Sans"/>
                <a:cs typeface="DejaVu Sans"/>
              </a:defRPr>
            </a:lvl1pPr>
            <a:lvl2pPr algn="ctr">
              <a:defRPr sz="1050" b="1">
                <a:solidFill>
                  <a:srgbClr val="8EB9FF"/>
                </a:solidFill>
                <a:latin typeface="DejaVu Sans"/>
                <a:ea typeface="DejaVu Sans"/>
                <a:cs typeface="DejaVu Sans"/>
              </a:defRPr>
            </a:lvl2pPr>
            <a:lvl3pPr algn="ctr">
              <a:defRPr sz="1050" b="1">
                <a:solidFill>
                  <a:srgbClr val="8EB9FF"/>
                </a:solidFill>
                <a:latin typeface="DejaVu Sans"/>
                <a:ea typeface="DejaVu Sans"/>
                <a:cs typeface="DejaVu Sans"/>
              </a:defRPr>
            </a:lvl3pPr>
            <a:lvl4pPr algn="ctr">
              <a:defRPr sz="1050" b="1">
                <a:solidFill>
                  <a:srgbClr val="8EB9FF"/>
                </a:solidFill>
                <a:latin typeface="DejaVu Sans"/>
                <a:ea typeface="DejaVu Sans"/>
                <a:cs typeface="DejaVu Sans"/>
              </a:defRPr>
            </a:lvl4pPr>
            <a:lvl5pPr algn="ctr">
              <a:defRPr sz="1050" b="1">
                <a:solidFill>
                  <a:srgbClr val="8EB9FF"/>
                </a:solidFill>
                <a:latin typeface="DejaVu Sans"/>
                <a:ea typeface="DejaVu Sans"/>
                <a:cs typeface="DejaVu Sans"/>
              </a:defRPr>
            </a:lvl5pPr>
            <a:lvl6pPr algn="ctr">
              <a:defRPr sz="1050" b="1">
                <a:solidFill>
                  <a:srgbClr val="8EB9FF"/>
                </a:solidFill>
                <a:latin typeface="DejaVu Sans"/>
                <a:ea typeface="DejaVu Sans"/>
                <a:cs typeface="DejaVu Sans"/>
              </a:defRPr>
            </a:lvl6pPr>
            <a:lvl7pPr algn="ctr">
              <a:defRPr sz="1050" b="1">
                <a:solidFill>
                  <a:srgbClr val="8EB9FF"/>
                </a:solidFill>
                <a:latin typeface="DejaVu Sans"/>
                <a:ea typeface="DejaVu Sans"/>
                <a:cs typeface="DejaVu Sans"/>
              </a:defRPr>
            </a:lvl7pPr>
            <a:lvl8pPr algn="ctr">
              <a:defRPr sz="1050" b="1">
                <a:solidFill>
                  <a:srgbClr val="8EB9FF"/>
                </a:solidFill>
                <a:latin typeface="DejaVu Sans"/>
                <a:ea typeface="DejaVu Sans"/>
                <a:cs typeface="DejaVu Sans"/>
              </a:defRPr>
            </a:lvl8pPr>
            <a:lvl9pPr algn="ctr">
              <a:defRPr sz="1050" b="1">
                <a:solidFill>
                  <a:srgbClr val="8EB9FF"/>
                </a:solidFill>
                <a:latin typeface="DejaVu Sans"/>
                <a:ea typeface="DejaVu Sans"/>
                <a:cs typeface="DejaVu Sans"/>
              </a:defRPr>
            </a:lvl9pPr>
          </a:lstStyle>
          <a:p xmlns:a="http://schemas.openxmlformats.org/drawingml/2006/main">
            <a:pPr algn="ctr">
              <a:defRPr sz="1050" b="1">
                <a:solidFill>
                  <a:srgbClr val="8EB9FF"/>
                </a:solidFill>
                <a:latin typeface="DejaVu Sans"/>
                <a:ea typeface="DejaVu Sans"/>
                <a:cs typeface="DejaVu Sans"/>
              </a:defRPr>
            </a:pPr>
            <a:r>
              <a:rPr sz="1050" b="1">
                <a:solidFill>
                  <a:srgbClr val="8EB9FF"/>
                </a:solidFill>
                <a:latin typeface="DejaVu Sans"/>
                <a:ea typeface="DejaVu Sans"/>
                <a:cs typeface="DejaVu Sans"/>
              </a:rPr>
              <a:t>BUILT_AI_AT</a:t>
            </a:r>
          </a:p>
        </p:txBody>
      </p:sp>
      <p:sp>
        <p:nvSpPr>
          <p:cNvPr id="39" name="">
            <a:extLst xmlns:a="http://schemas.openxmlformats.org/drawingml/2006/main">
              <a:ext uri="{FF2B5EF4-FFF2-40B4-BE49-F238E27FC236}">
                <a16:creationId xmlns:a16="http://schemas.microsoft.com/office/drawing/2014/main" id="{53407BB9-0D6B-451B-8ABB-505A761C6117}"/>
              </a:ext>
            </a:extLst>
          </p:cNvPr>
          <p:cNvSpPr>
            <a:spLocks xmlns:a="http://schemas.openxmlformats.org/drawingml/2006/main" noGrp="1"/>
          </p:cNvSpPr>
          <p:nvPr/>
        </p:nvSpPr>
        <p:spPr>
          <a:xfrm xmlns:a="http://schemas.openxmlformats.org/drawingml/2006/main">
            <a:off x="3695700" y="2638425"/>
            <a:ext cx="942975" cy="238125"/>
          </a:xfrm>
          <a:prstGeom xmlns:a="http://schemas.openxmlformats.org/drawingml/2006/main" prst="rect">
            <a:avLst/>
          </a:prstGeom>
          <a:solidFill xmlns:a="http://schemas.openxmlformats.org/drawingml/2006/main">
            <a:srgbClr val="0B1423"/>
          </a:solidFill>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1">
                <a:solidFill>
                  <a:srgbClr val="FFB68E"/>
                </a:solidFill>
                <a:latin typeface="DejaVu Sans"/>
                <a:ea typeface="DejaVu Sans"/>
                <a:cs typeface="DejaVu Sans"/>
              </a:defRPr>
            </a:defPPr>
            <a:lvl1pPr algn="ctr">
              <a:defRPr sz="1050" b="1">
                <a:solidFill>
                  <a:srgbClr val="FFB68E"/>
                </a:solidFill>
                <a:latin typeface="DejaVu Sans"/>
                <a:ea typeface="DejaVu Sans"/>
                <a:cs typeface="DejaVu Sans"/>
              </a:defRPr>
            </a:lvl1pPr>
            <a:lvl2pPr algn="ctr">
              <a:defRPr sz="1050" b="1">
                <a:solidFill>
                  <a:srgbClr val="FFB68E"/>
                </a:solidFill>
                <a:latin typeface="DejaVu Sans"/>
                <a:ea typeface="DejaVu Sans"/>
                <a:cs typeface="DejaVu Sans"/>
              </a:defRPr>
            </a:lvl2pPr>
            <a:lvl3pPr algn="ctr">
              <a:defRPr sz="1050" b="1">
                <a:solidFill>
                  <a:srgbClr val="FFB68E"/>
                </a:solidFill>
                <a:latin typeface="DejaVu Sans"/>
                <a:ea typeface="DejaVu Sans"/>
                <a:cs typeface="DejaVu Sans"/>
              </a:defRPr>
            </a:lvl3pPr>
            <a:lvl4pPr algn="ctr">
              <a:defRPr sz="1050" b="1">
                <a:solidFill>
                  <a:srgbClr val="FFB68E"/>
                </a:solidFill>
                <a:latin typeface="DejaVu Sans"/>
                <a:ea typeface="DejaVu Sans"/>
                <a:cs typeface="DejaVu Sans"/>
              </a:defRPr>
            </a:lvl4pPr>
            <a:lvl5pPr algn="ctr">
              <a:defRPr sz="1050" b="1">
                <a:solidFill>
                  <a:srgbClr val="FFB68E"/>
                </a:solidFill>
                <a:latin typeface="DejaVu Sans"/>
                <a:ea typeface="DejaVu Sans"/>
                <a:cs typeface="DejaVu Sans"/>
              </a:defRPr>
            </a:lvl5pPr>
            <a:lvl6pPr algn="ctr">
              <a:defRPr sz="1050" b="1">
                <a:solidFill>
                  <a:srgbClr val="FFB68E"/>
                </a:solidFill>
                <a:latin typeface="DejaVu Sans"/>
                <a:ea typeface="DejaVu Sans"/>
                <a:cs typeface="DejaVu Sans"/>
              </a:defRPr>
            </a:lvl6pPr>
            <a:lvl7pPr algn="ctr">
              <a:defRPr sz="1050" b="1">
                <a:solidFill>
                  <a:srgbClr val="FFB68E"/>
                </a:solidFill>
                <a:latin typeface="DejaVu Sans"/>
                <a:ea typeface="DejaVu Sans"/>
                <a:cs typeface="DejaVu Sans"/>
              </a:defRPr>
            </a:lvl7pPr>
            <a:lvl8pPr algn="ctr">
              <a:defRPr sz="1050" b="1">
                <a:solidFill>
                  <a:srgbClr val="FFB68E"/>
                </a:solidFill>
                <a:latin typeface="DejaVu Sans"/>
                <a:ea typeface="DejaVu Sans"/>
                <a:cs typeface="DejaVu Sans"/>
              </a:defRPr>
            </a:lvl8pPr>
            <a:lvl9pPr algn="ctr">
              <a:defRPr sz="1050" b="1">
                <a:solidFill>
                  <a:srgbClr val="FFB68E"/>
                </a:solidFill>
                <a:latin typeface="DejaVu Sans"/>
                <a:ea typeface="DejaVu Sans"/>
                <a:cs typeface="DejaVu Sans"/>
              </a:defRPr>
            </a:lvl9pPr>
          </a:lstStyle>
          <a:p xmlns:a="http://schemas.openxmlformats.org/drawingml/2006/main">
            <a:pPr algn="ctr">
              <a:defRPr sz="1050" b="1">
                <a:solidFill>
                  <a:srgbClr val="FFB68E"/>
                </a:solidFill>
                <a:latin typeface="DejaVu Sans"/>
                <a:ea typeface="DejaVu Sans"/>
                <a:cs typeface="DejaVu Sans"/>
              </a:defRPr>
            </a:pPr>
            <a:r>
              <a:rPr sz="1050" b="1">
                <a:solidFill>
                  <a:srgbClr val="FFB68E"/>
                </a:solidFill>
                <a:latin typeface="DejaVu Sans"/>
                <a:ea typeface="DejaVu Sans"/>
                <a:cs typeface="DejaVu Sans"/>
              </a:rPr>
              <a:t>DAD_OF</a:t>
            </a:r>
          </a:p>
        </p:txBody>
      </p:sp>
      <p:sp>
        <p:nvSpPr>
          <p:cNvPr id="40" name="">
            <a:extLst xmlns:a="http://schemas.openxmlformats.org/drawingml/2006/main">
              <a:ext uri="{FF2B5EF4-FFF2-40B4-BE49-F238E27FC236}">
                <a16:creationId xmlns:a16="http://schemas.microsoft.com/office/drawing/2014/main" id="{D5056E31-07E5-40A6-8148-F5D5D03FAF83}"/>
              </a:ext>
            </a:extLst>
          </p:cNvPr>
          <p:cNvSpPr>
            <a:spLocks xmlns:a="http://schemas.openxmlformats.org/drawingml/2006/main" noGrp="1"/>
          </p:cNvSpPr>
          <p:nvPr/>
        </p:nvSpPr>
        <p:spPr>
          <a:xfrm xmlns:a="http://schemas.openxmlformats.org/drawingml/2006/main">
            <a:off x="3124200" y="4333875"/>
            <a:ext cx="1343025" cy="238125"/>
          </a:xfrm>
          <a:prstGeom xmlns:a="http://schemas.openxmlformats.org/drawingml/2006/main" prst="rect">
            <a:avLst/>
          </a:prstGeom>
          <a:solidFill xmlns:a="http://schemas.openxmlformats.org/drawingml/2006/main">
            <a:srgbClr val="0B1423"/>
          </a:solidFill>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1">
                <a:solidFill>
                  <a:srgbClr val="FFD576"/>
                </a:solidFill>
                <a:latin typeface="DejaVu Sans"/>
                <a:ea typeface="DejaVu Sans"/>
                <a:cs typeface="DejaVu Sans"/>
              </a:defRPr>
            </a:defPPr>
            <a:lvl1pPr algn="ctr">
              <a:defRPr sz="1050" b="1">
                <a:solidFill>
                  <a:srgbClr val="FFD576"/>
                </a:solidFill>
                <a:latin typeface="DejaVu Sans"/>
                <a:ea typeface="DejaVu Sans"/>
                <a:cs typeface="DejaVu Sans"/>
              </a:defRPr>
            </a:lvl1pPr>
            <a:lvl2pPr algn="ctr">
              <a:defRPr sz="1050" b="1">
                <a:solidFill>
                  <a:srgbClr val="FFD576"/>
                </a:solidFill>
                <a:latin typeface="DejaVu Sans"/>
                <a:ea typeface="DejaVu Sans"/>
                <a:cs typeface="DejaVu Sans"/>
              </a:defRPr>
            </a:lvl2pPr>
            <a:lvl3pPr algn="ctr">
              <a:defRPr sz="1050" b="1">
                <a:solidFill>
                  <a:srgbClr val="FFD576"/>
                </a:solidFill>
                <a:latin typeface="DejaVu Sans"/>
                <a:ea typeface="DejaVu Sans"/>
                <a:cs typeface="DejaVu Sans"/>
              </a:defRPr>
            </a:lvl3pPr>
            <a:lvl4pPr algn="ctr">
              <a:defRPr sz="1050" b="1">
                <a:solidFill>
                  <a:srgbClr val="FFD576"/>
                </a:solidFill>
                <a:latin typeface="DejaVu Sans"/>
                <a:ea typeface="DejaVu Sans"/>
                <a:cs typeface="DejaVu Sans"/>
              </a:defRPr>
            </a:lvl4pPr>
            <a:lvl5pPr algn="ctr">
              <a:defRPr sz="1050" b="1">
                <a:solidFill>
                  <a:srgbClr val="FFD576"/>
                </a:solidFill>
                <a:latin typeface="DejaVu Sans"/>
                <a:ea typeface="DejaVu Sans"/>
                <a:cs typeface="DejaVu Sans"/>
              </a:defRPr>
            </a:lvl5pPr>
            <a:lvl6pPr algn="ctr">
              <a:defRPr sz="1050" b="1">
                <a:solidFill>
                  <a:srgbClr val="FFD576"/>
                </a:solidFill>
                <a:latin typeface="DejaVu Sans"/>
                <a:ea typeface="DejaVu Sans"/>
                <a:cs typeface="DejaVu Sans"/>
              </a:defRPr>
            </a:lvl6pPr>
            <a:lvl7pPr algn="ctr">
              <a:defRPr sz="1050" b="1">
                <a:solidFill>
                  <a:srgbClr val="FFD576"/>
                </a:solidFill>
                <a:latin typeface="DejaVu Sans"/>
                <a:ea typeface="DejaVu Sans"/>
                <a:cs typeface="DejaVu Sans"/>
              </a:defRPr>
            </a:lvl7pPr>
            <a:lvl8pPr algn="ctr">
              <a:defRPr sz="1050" b="1">
                <a:solidFill>
                  <a:srgbClr val="FFD576"/>
                </a:solidFill>
                <a:latin typeface="DejaVu Sans"/>
                <a:ea typeface="DejaVu Sans"/>
                <a:cs typeface="DejaVu Sans"/>
              </a:defRPr>
            </a:lvl8pPr>
            <a:lvl9pPr algn="ctr">
              <a:defRPr sz="1050" b="1">
                <a:solidFill>
                  <a:srgbClr val="FFD576"/>
                </a:solidFill>
                <a:latin typeface="DejaVu Sans"/>
                <a:ea typeface="DejaVu Sans"/>
                <a:cs typeface="DejaVu Sans"/>
              </a:defRPr>
            </a:lvl9pPr>
          </a:lstStyle>
          <a:p xmlns:a="http://schemas.openxmlformats.org/drawingml/2006/main">
            <a:pPr algn="ctr">
              <a:defRPr sz="1050" b="1">
                <a:solidFill>
                  <a:srgbClr val="FFD576"/>
                </a:solidFill>
                <a:latin typeface="DejaVu Sans"/>
                <a:ea typeface="DejaVu Sans"/>
                <a:cs typeface="DejaVu Sans"/>
              </a:defRPr>
            </a:pPr>
            <a:r>
              <a:rPr sz="1050" b="1">
                <a:solidFill>
                  <a:srgbClr val="FFD576"/>
                </a:solidFill>
                <a:latin typeface="DejaVu Sans"/>
                <a:ea typeface="DejaVu Sans"/>
                <a:cs typeface="DejaVu Sans"/>
              </a:rPr>
              <a:t>NO_TIME_FOR</a:t>
            </a:r>
          </a:p>
        </p:txBody>
      </p:sp>
      <p:sp>
        <p:nvSpPr>
          <p:cNvPr id="41" name="">
            <a:extLst xmlns:a="http://schemas.openxmlformats.org/drawingml/2006/main">
              <a:ext uri="{FF2B5EF4-FFF2-40B4-BE49-F238E27FC236}">
                <a16:creationId xmlns:a16="http://schemas.microsoft.com/office/drawing/2014/main" id="{8588D54C-3351-4BC1-A716-9572239A3492}"/>
              </a:ext>
            </a:extLst>
          </p:cNvPr>
          <p:cNvSpPr>
            <a:spLocks xmlns:a="http://schemas.openxmlformats.org/drawingml/2006/main" noGrp="1"/>
          </p:cNvSpPr>
          <p:nvPr/>
        </p:nvSpPr>
        <p:spPr>
          <a:xfrm xmlns:a="http://schemas.openxmlformats.org/drawingml/2006/main">
            <a:off x="4676775" y="4314825"/>
            <a:ext cx="1352550" cy="238125"/>
          </a:xfrm>
          <a:prstGeom xmlns:a="http://schemas.openxmlformats.org/drawingml/2006/main" prst="rect">
            <a:avLst/>
          </a:prstGeom>
          <a:solidFill xmlns:a="http://schemas.openxmlformats.org/drawingml/2006/main">
            <a:srgbClr val="0B1423"/>
          </a:solidFill>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1">
                <a:solidFill>
                  <a:srgbClr val="C6A4FF"/>
                </a:solidFill>
                <a:latin typeface="DejaVu Sans"/>
                <a:ea typeface="DejaVu Sans"/>
                <a:cs typeface="DejaVu Sans"/>
              </a:defRPr>
            </a:defPPr>
            <a:lvl1pPr algn="ctr">
              <a:defRPr sz="1050" b="1">
                <a:solidFill>
                  <a:srgbClr val="C6A4FF"/>
                </a:solidFill>
                <a:latin typeface="DejaVu Sans"/>
                <a:ea typeface="DejaVu Sans"/>
                <a:cs typeface="DejaVu Sans"/>
              </a:defRPr>
            </a:lvl1pPr>
            <a:lvl2pPr algn="ctr">
              <a:defRPr sz="1050" b="1">
                <a:solidFill>
                  <a:srgbClr val="C6A4FF"/>
                </a:solidFill>
                <a:latin typeface="DejaVu Sans"/>
                <a:ea typeface="DejaVu Sans"/>
                <a:cs typeface="DejaVu Sans"/>
              </a:defRPr>
            </a:lvl2pPr>
            <a:lvl3pPr algn="ctr">
              <a:defRPr sz="1050" b="1">
                <a:solidFill>
                  <a:srgbClr val="C6A4FF"/>
                </a:solidFill>
                <a:latin typeface="DejaVu Sans"/>
                <a:ea typeface="DejaVu Sans"/>
                <a:cs typeface="DejaVu Sans"/>
              </a:defRPr>
            </a:lvl3pPr>
            <a:lvl4pPr algn="ctr">
              <a:defRPr sz="1050" b="1">
                <a:solidFill>
                  <a:srgbClr val="C6A4FF"/>
                </a:solidFill>
                <a:latin typeface="DejaVu Sans"/>
                <a:ea typeface="DejaVu Sans"/>
                <a:cs typeface="DejaVu Sans"/>
              </a:defRPr>
            </a:lvl4pPr>
            <a:lvl5pPr algn="ctr">
              <a:defRPr sz="1050" b="1">
                <a:solidFill>
                  <a:srgbClr val="C6A4FF"/>
                </a:solidFill>
                <a:latin typeface="DejaVu Sans"/>
                <a:ea typeface="DejaVu Sans"/>
                <a:cs typeface="DejaVu Sans"/>
              </a:defRPr>
            </a:lvl5pPr>
            <a:lvl6pPr algn="ctr">
              <a:defRPr sz="1050" b="1">
                <a:solidFill>
                  <a:srgbClr val="C6A4FF"/>
                </a:solidFill>
                <a:latin typeface="DejaVu Sans"/>
                <a:ea typeface="DejaVu Sans"/>
                <a:cs typeface="DejaVu Sans"/>
              </a:defRPr>
            </a:lvl6pPr>
            <a:lvl7pPr algn="ctr">
              <a:defRPr sz="1050" b="1">
                <a:solidFill>
                  <a:srgbClr val="C6A4FF"/>
                </a:solidFill>
                <a:latin typeface="DejaVu Sans"/>
                <a:ea typeface="DejaVu Sans"/>
                <a:cs typeface="DejaVu Sans"/>
              </a:defRPr>
            </a:lvl7pPr>
            <a:lvl8pPr algn="ctr">
              <a:defRPr sz="1050" b="1">
                <a:solidFill>
                  <a:srgbClr val="C6A4FF"/>
                </a:solidFill>
                <a:latin typeface="DejaVu Sans"/>
                <a:ea typeface="DejaVu Sans"/>
                <a:cs typeface="DejaVu Sans"/>
              </a:defRPr>
            </a:lvl8pPr>
            <a:lvl9pPr algn="ctr">
              <a:defRPr sz="1050" b="1">
                <a:solidFill>
                  <a:srgbClr val="C6A4FF"/>
                </a:solidFill>
                <a:latin typeface="DejaVu Sans"/>
                <a:ea typeface="DejaVu Sans"/>
                <a:cs typeface="DejaVu Sans"/>
              </a:defRPr>
            </a:lvl9pPr>
          </a:lstStyle>
          <a:p xmlns:a="http://schemas.openxmlformats.org/drawingml/2006/main">
            <a:pPr algn="ctr">
              <a:defRPr sz="1050" b="1">
                <a:solidFill>
                  <a:srgbClr val="C6A4FF"/>
                </a:solidFill>
                <a:latin typeface="DejaVu Sans"/>
                <a:ea typeface="DejaVu Sans"/>
                <a:cs typeface="DejaVu Sans"/>
              </a:defRPr>
            </a:pPr>
            <a:r>
              <a:rPr sz="1050" b="1">
                <a:solidFill>
                  <a:srgbClr val="C6A4FF"/>
                </a:solidFill>
                <a:latin typeface="DejaVu Sans"/>
                <a:ea typeface="DejaVu Sans"/>
                <a:cs typeface="DejaVu Sans"/>
              </a:rPr>
              <a:t>BUILDS_WITH</a:t>
            </a:r>
          </a:p>
        </p:txBody>
      </p:sp>
      <p:sp>
        <p:nvSpPr>
          <p:cNvPr id="42" name="">
            <a:extLst xmlns:a="http://schemas.openxmlformats.org/drawingml/2006/main">
              <a:ext uri="{FF2B5EF4-FFF2-40B4-BE49-F238E27FC236}">
                <a16:creationId xmlns:a16="http://schemas.microsoft.com/office/drawing/2014/main" id="{28F44F24-94A3-4253-B9EE-F0C7B9C04D59}"/>
              </a:ext>
            </a:extLst>
          </p:cNvPr>
          <p:cNvSpPr>
            <a:spLocks xmlns:a="http://schemas.openxmlformats.org/drawingml/2006/main" noGrp="1"/>
          </p:cNvSpPr>
          <p:nvPr/>
        </p:nvSpPr>
        <p:spPr>
          <a:xfrm xmlns:a="http://schemas.openxmlformats.org/drawingml/2006/main">
            <a:off x="5105400" y="3209925"/>
            <a:ext cx="1095375" cy="238125"/>
          </a:xfrm>
          <a:prstGeom xmlns:a="http://schemas.openxmlformats.org/drawingml/2006/main" prst="rect">
            <a:avLst/>
          </a:prstGeom>
          <a:solidFill xmlns:a="http://schemas.openxmlformats.org/drawingml/2006/main">
            <a:srgbClr val="0B1423"/>
          </a:solidFill>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1">
                <a:solidFill>
                  <a:srgbClr val="7CE2AF"/>
                </a:solidFill>
                <a:latin typeface="DejaVu Sans"/>
                <a:ea typeface="DejaVu Sans"/>
                <a:cs typeface="DejaVu Sans"/>
              </a:defRPr>
            </a:defPPr>
            <a:lvl1pPr algn="ctr">
              <a:defRPr sz="1050" b="1">
                <a:solidFill>
                  <a:srgbClr val="7CE2AF"/>
                </a:solidFill>
                <a:latin typeface="DejaVu Sans"/>
                <a:ea typeface="DejaVu Sans"/>
                <a:cs typeface="DejaVu Sans"/>
              </a:defRPr>
            </a:lvl1pPr>
            <a:lvl2pPr algn="ctr">
              <a:defRPr sz="1050" b="1">
                <a:solidFill>
                  <a:srgbClr val="7CE2AF"/>
                </a:solidFill>
                <a:latin typeface="DejaVu Sans"/>
                <a:ea typeface="DejaVu Sans"/>
                <a:cs typeface="DejaVu Sans"/>
              </a:defRPr>
            </a:lvl2pPr>
            <a:lvl3pPr algn="ctr">
              <a:defRPr sz="1050" b="1">
                <a:solidFill>
                  <a:srgbClr val="7CE2AF"/>
                </a:solidFill>
                <a:latin typeface="DejaVu Sans"/>
                <a:ea typeface="DejaVu Sans"/>
                <a:cs typeface="DejaVu Sans"/>
              </a:defRPr>
            </a:lvl3pPr>
            <a:lvl4pPr algn="ctr">
              <a:defRPr sz="1050" b="1">
                <a:solidFill>
                  <a:srgbClr val="7CE2AF"/>
                </a:solidFill>
                <a:latin typeface="DejaVu Sans"/>
                <a:ea typeface="DejaVu Sans"/>
                <a:cs typeface="DejaVu Sans"/>
              </a:defRPr>
            </a:lvl4pPr>
            <a:lvl5pPr algn="ctr">
              <a:defRPr sz="1050" b="1">
                <a:solidFill>
                  <a:srgbClr val="7CE2AF"/>
                </a:solidFill>
                <a:latin typeface="DejaVu Sans"/>
                <a:ea typeface="DejaVu Sans"/>
                <a:cs typeface="DejaVu Sans"/>
              </a:defRPr>
            </a:lvl5pPr>
            <a:lvl6pPr algn="ctr">
              <a:defRPr sz="1050" b="1">
                <a:solidFill>
                  <a:srgbClr val="7CE2AF"/>
                </a:solidFill>
                <a:latin typeface="DejaVu Sans"/>
                <a:ea typeface="DejaVu Sans"/>
                <a:cs typeface="DejaVu Sans"/>
              </a:defRPr>
            </a:lvl6pPr>
            <a:lvl7pPr algn="ctr">
              <a:defRPr sz="1050" b="1">
                <a:solidFill>
                  <a:srgbClr val="7CE2AF"/>
                </a:solidFill>
                <a:latin typeface="DejaVu Sans"/>
                <a:ea typeface="DejaVu Sans"/>
                <a:cs typeface="DejaVu Sans"/>
              </a:defRPr>
            </a:lvl7pPr>
            <a:lvl8pPr algn="ctr">
              <a:defRPr sz="1050" b="1">
                <a:solidFill>
                  <a:srgbClr val="7CE2AF"/>
                </a:solidFill>
                <a:latin typeface="DejaVu Sans"/>
                <a:ea typeface="DejaVu Sans"/>
                <a:cs typeface="DejaVu Sans"/>
              </a:defRPr>
            </a:lvl8pPr>
            <a:lvl9pPr algn="ctr">
              <a:defRPr sz="1050" b="1">
                <a:solidFill>
                  <a:srgbClr val="7CE2AF"/>
                </a:solidFill>
                <a:latin typeface="DejaVu Sans"/>
                <a:ea typeface="DejaVu Sans"/>
                <a:cs typeface="DejaVu Sans"/>
              </a:defRPr>
            </a:lvl9pPr>
          </a:lstStyle>
          <a:p xmlns:a="http://schemas.openxmlformats.org/drawingml/2006/main">
            <a:pPr algn="ctr">
              <a:defRPr sz="1050" b="1">
                <a:solidFill>
                  <a:srgbClr val="7CE2AF"/>
                </a:solidFill>
                <a:latin typeface="DejaVu Sans"/>
                <a:ea typeface="DejaVu Sans"/>
                <a:cs typeface="DejaVu Sans"/>
              </a:defRPr>
            </a:pPr>
            <a:r>
              <a:rPr sz="1050" b="1">
                <a:solidFill>
                  <a:srgbClr val="7CE2AF"/>
                </a:solidFill>
                <a:latin typeface="DejaVu Sans"/>
                <a:ea typeface="DejaVu Sans"/>
                <a:cs typeface="DejaVu Sans"/>
              </a:rPr>
              <a:t>RETURNS_TO</a:t>
            </a:r>
          </a:p>
        </p:txBody>
      </p:sp>
      <p:sp>
        <p:nvSpPr>
          <p:cNvPr id="43" name="">
            <a:extLst xmlns:a="http://schemas.openxmlformats.org/drawingml/2006/main">
              <a:ext uri="{FF2B5EF4-FFF2-40B4-BE49-F238E27FC236}">
                <a16:creationId xmlns:a16="http://schemas.microsoft.com/office/drawing/2014/main" id="{907EDA01-77A9-470E-8BF5-A416065F6439}"/>
              </a:ext>
            </a:extLst>
          </p:cNvPr>
          <p:cNvSpPr>
            <a:spLocks xmlns:a="http://schemas.openxmlformats.org/drawingml/2006/main" noGrp="1"/>
          </p:cNvSpPr>
          <p:nvPr/>
        </p:nvSpPr>
        <p:spPr>
          <a:xfrm xmlns:a="http://schemas.openxmlformats.org/drawingml/2006/main">
            <a:off x="7477125" y="2438400"/>
            <a:ext cx="904875" cy="238125"/>
          </a:xfrm>
          <a:prstGeom xmlns:a="http://schemas.openxmlformats.org/drawingml/2006/main" prst="rect">
            <a:avLst/>
          </a:prstGeom>
          <a:solidFill xmlns:a="http://schemas.openxmlformats.org/drawingml/2006/main">
            <a:srgbClr val="0B1423"/>
          </a:solidFill>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1">
                <a:solidFill>
                  <a:srgbClr val="81B9FF"/>
                </a:solidFill>
                <a:latin typeface="DejaVu Sans"/>
                <a:ea typeface="DejaVu Sans"/>
                <a:cs typeface="DejaVu Sans"/>
              </a:defRPr>
            </a:defPPr>
            <a:lvl1pPr algn="ctr">
              <a:defRPr sz="1050" b="1">
                <a:solidFill>
                  <a:srgbClr val="81B9FF"/>
                </a:solidFill>
                <a:latin typeface="DejaVu Sans"/>
                <a:ea typeface="DejaVu Sans"/>
                <a:cs typeface="DejaVu Sans"/>
              </a:defRPr>
            </a:lvl1pPr>
            <a:lvl2pPr algn="ctr">
              <a:defRPr sz="1050" b="1">
                <a:solidFill>
                  <a:srgbClr val="81B9FF"/>
                </a:solidFill>
                <a:latin typeface="DejaVu Sans"/>
                <a:ea typeface="DejaVu Sans"/>
                <a:cs typeface="DejaVu Sans"/>
              </a:defRPr>
            </a:lvl2pPr>
            <a:lvl3pPr algn="ctr">
              <a:defRPr sz="1050" b="1">
                <a:solidFill>
                  <a:srgbClr val="81B9FF"/>
                </a:solidFill>
                <a:latin typeface="DejaVu Sans"/>
                <a:ea typeface="DejaVu Sans"/>
                <a:cs typeface="DejaVu Sans"/>
              </a:defRPr>
            </a:lvl3pPr>
            <a:lvl4pPr algn="ctr">
              <a:defRPr sz="1050" b="1">
                <a:solidFill>
                  <a:srgbClr val="81B9FF"/>
                </a:solidFill>
                <a:latin typeface="DejaVu Sans"/>
                <a:ea typeface="DejaVu Sans"/>
                <a:cs typeface="DejaVu Sans"/>
              </a:defRPr>
            </a:lvl4pPr>
            <a:lvl5pPr algn="ctr">
              <a:defRPr sz="1050" b="1">
                <a:solidFill>
                  <a:srgbClr val="81B9FF"/>
                </a:solidFill>
                <a:latin typeface="DejaVu Sans"/>
                <a:ea typeface="DejaVu Sans"/>
                <a:cs typeface="DejaVu Sans"/>
              </a:defRPr>
            </a:lvl5pPr>
            <a:lvl6pPr algn="ctr">
              <a:defRPr sz="1050" b="1">
                <a:solidFill>
                  <a:srgbClr val="81B9FF"/>
                </a:solidFill>
                <a:latin typeface="DejaVu Sans"/>
                <a:ea typeface="DejaVu Sans"/>
                <a:cs typeface="DejaVu Sans"/>
              </a:defRPr>
            </a:lvl6pPr>
            <a:lvl7pPr algn="ctr">
              <a:defRPr sz="1050" b="1">
                <a:solidFill>
                  <a:srgbClr val="81B9FF"/>
                </a:solidFill>
                <a:latin typeface="DejaVu Sans"/>
                <a:ea typeface="DejaVu Sans"/>
                <a:cs typeface="DejaVu Sans"/>
              </a:defRPr>
            </a:lvl7pPr>
            <a:lvl8pPr algn="ctr">
              <a:defRPr sz="1050" b="1">
                <a:solidFill>
                  <a:srgbClr val="81B9FF"/>
                </a:solidFill>
                <a:latin typeface="DejaVu Sans"/>
                <a:ea typeface="DejaVu Sans"/>
                <a:cs typeface="DejaVu Sans"/>
              </a:defRPr>
            </a:lvl8pPr>
            <a:lvl9pPr algn="ctr">
              <a:defRPr sz="1050" b="1">
                <a:solidFill>
                  <a:srgbClr val="81B9FF"/>
                </a:solidFill>
                <a:latin typeface="DejaVu Sans"/>
                <a:ea typeface="DejaVu Sans"/>
                <a:cs typeface="DejaVu Sans"/>
              </a:defRPr>
            </a:lvl9pPr>
          </a:lstStyle>
          <a:p xmlns:a="http://schemas.openxmlformats.org/drawingml/2006/main">
            <a:pPr algn="ctr">
              <a:defRPr sz="1050" b="1">
                <a:solidFill>
                  <a:srgbClr val="81B9FF"/>
                </a:solidFill>
                <a:latin typeface="DejaVu Sans"/>
                <a:ea typeface="DejaVu Sans"/>
                <a:cs typeface="DejaVu Sans"/>
              </a:defRPr>
            </a:pPr>
            <a:r>
              <a:rPr sz="1050" b="1">
                <a:solidFill>
                  <a:srgbClr val="81B9FF"/>
                </a:solidFill>
                <a:latin typeface="DejaVu Sans"/>
                <a:ea typeface="DejaVu Sans"/>
                <a:cs typeface="DejaVu Sans"/>
              </a:rPr>
              <a:t>CHAPTER</a:t>
            </a:r>
          </a:p>
        </p:txBody>
      </p:sp>
      <p:sp>
        <p:nvSpPr>
          <p:cNvPr id="44" name="">
            <a:extLst xmlns:a="http://schemas.openxmlformats.org/drawingml/2006/main">
              <a:ext uri="{FF2B5EF4-FFF2-40B4-BE49-F238E27FC236}">
                <a16:creationId xmlns:a16="http://schemas.microsoft.com/office/drawing/2014/main" id="{B25CB505-BB79-4B03-961A-C89A8924C541}"/>
              </a:ext>
            </a:extLst>
          </p:cNvPr>
          <p:cNvSpPr>
            <a:spLocks xmlns:a="http://schemas.openxmlformats.org/drawingml/2006/main" noGrp="1"/>
          </p:cNvSpPr>
          <p:nvPr/>
        </p:nvSpPr>
        <p:spPr>
          <a:xfrm xmlns:a="http://schemas.openxmlformats.org/drawingml/2006/main">
            <a:off x="7505700" y="3209925"/>
            <a:ext cx="885825" cy="238125"/>
          </a:xfrm>
          <a:prstGeom xmlns:a="http://schemas.openxmlformats.org/drawingml/2006/main" prst="rect">
            <a:avLst/>
          </a:prstGeom>
          <a:solidFill xmlns:a="http://schemas.openxmlformats.org/drawingml/2006/main">
            <a:srgbClr val="0B1423"/>
          </a:solidFill>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1">
                <a:solidFill>
                  <a:srgbClr val="C7A1FF"/>
                </a:solidFill>
                <a:latin typeface="DejaVu Sans"/>
                <a:ea typeface="DejaVu Sans"/>
                <a:cs typeface="DejaVu Sans"/>
              </a:defRPr>
            </a:defPPr>
            <a:lvl1pPr algn="ctr">
              <a:defRPr sz="1050" b="1">
                <a:solidFill>
                  <a:srgbClr val="C7A1FF"/>
                </a:solidFill>
                <a:latin typeface="DejaVu Sans"/>
                <a:ea typeface="DejaVu Sans"/>
                <a:cs typeface="DejaVu Sans"/>
              </a:defRPr>
            </a:lvl1pPr>
            <a:lvl2pPr algn="ctr">
              <a:defRPr sz="1050" b="1">
                <a:solidFill>
                  <a:srgbClr val="C7A1FF"/>
                </a:solidFill>
                <a:latin typeface="DejaVu Sans"/>
                <a:ea typeface="DejaVu Sans"/>
                <a:cs typeface="DejaVu Sans"/>
              </a:defRPr>
            </a:lvl2pPr>
            <a:lvl3pPr algn="ctr">
              <a:defRPr sz="1050" b="1">
                <a:solidFill>
                  <a:srgbClr val="C7A1FF"/>
                </a:solidFill>
                <a:latin typeface="DejaVu Sans"/>
                <a:ea typeface="DejaVu Sans"/>
                <a:cs typeface="DejaVu Sans"/>
              </a:defRPr>
            </a:lvl3pPr>
            <a:lvl4pPr algn="ctr">
              <a:defRPr sz="1050" b="1">
                <a:solidFill>
                  <a:srgbClr val="C7A1FF"/>
                </a:solidFill>
                <a:latin typeface="DejaVu Sans"/>
                <a:ea typeface="DejaVu Sans"/>
                <a:cs typeface="DejaVu Sans"/>
              </a:defRPr>
            </a:lvl4pPr>
            <a:lvl5pPr algn="ctr">
              <a:defRPr sz="1050" b="1">
                <a:solidFill>
                  <a:srgbClr val="C7A1FF"/>
                </a:solidFill>
                <a:latin typeface="DejaVu Sans"/>
                <a:ea typeface="DejaVu Sans"/>
                <a:cs typeface="DejaVu Sans"/>
              </a:defRPr>
            </a:lvl5pPr>
            <a:lvl6pPr algn="ctr">
              <a:defRPr sz="1050" b="1">
                <a:solidFill>
                  <a:srgbClr val="C7A1FF"/>
                </a:solidFill>
                <a:latin typeface="DejaVu Sans"/>
                <a:ea typeface="DejaVu Sans"/>
                <a:cs typeface="DejaVu Sans"/>
              </a:defRPr>
            </a:lvl6pPr>
            <a:lvl7pPr algn="ctr">
              <a:defRPr sz="1050" b="1">
                <a:solidFill>
                  <a:srgbClr val="C7A1FF"/>
                </a:solidFill>
                <a:latin typeface="DejaVu Sans"/>
                <a:ea typeface="DejaVu Sans"/>
                <a:cs typeface="DejaVu Sans"/>
              </a:defRPr>
            </a:lvl7pPr>
            <a:lvl8pPr algn="ctr">
              <a:defRPr sz="1050" b="1">
                <a:solidFill>
                  <a:srgbClr val="C7A1FF"/>
                </a:solidFill>
                <a:latin typeface="DejaVu Sans"/>
                <a:ea typeface="DejaVu Sans"/>
                <a:cs typeface="DejaVu Sans"/>
              </a:defRPr>
            </a:lvl8pPr>
            <a:lvl9pPr algn="ctr">
              <a:defRPr sz="1050" b="1">
                <a:solidFill>
                  <a:srgbClr val="C7A1FF"/>
                </a:solidFill>
                <a:latin typeface="DejaVu Sans"/>
                <a:ea typeface="DejaVu Sans"/>
                <a:cs typeface="DejaVu Sans"/>
              </a:defRPr>
            </a:lvl9pPr>
          </a:lstStyle>
          <a:p xmlns:a="http://schemas.openxmlformats.org/drawingml/2006/main">
            <a:pPr algn="ctr">
              <a:defRPr sz="1050" b="1">
                <a:solidFill>
                  <a:srgbClr val="C7A1FF"/>
                </a:solidFill>
                <a:latin typeface="DejaVu Sans"/>
                <a:ea typeface="DejaVu Sans"/>
                <a:cs typeface="DejaVu Sans"/>
              </a:defRPr>
            </a:pPr>
            <a:r>
              <a:rPr sz="1050" b="1">
                <a:solidFill>
                  <a:srgbClr val="C7A1FF"/>
                </a:solidFill>
                <a:latin typeface="DejaVu Sans"/>
                <a:ea typeface="DejaVu Sans"/>
                <a:cs typeface="DejaVu Sans"/>
              </a:rPr>
              <a:t>CHAPTER</a:t>
            </a:r>
          </a:p>
        </p:txBody>
      </p:sp>
      <p:sp>
        <p:nvSpPr>
          <p:cNvPr id="45" name="">
            <a:extLst xmlns:a="http://schemas.openxmlformats.org/drawingml/2006/main">
              <a:ext uri="{FF2B5EF4-FFF2-40B4-BE49-F238E27FC236}">
                <a16:creationId xmlns:a16="http://schemas.microsoft.com/office/drawing/2014/main" id="{332B73AA-55FC-439B-8DE4-FFD94C58E506}"/>
              </a:ext>
            </a:extLst>
          </p:cNvPr>
          <p:cNvSpPr>
            <a:spLocks xmlns:a="http://schemas.openxmlformats.org/drawingml/2006/main" noGrp="1"/>
          </p:cNvSpPr>
          <p:nvPr/>
        </p:nvSpPr>
        <p:spPr>
          <a:xfrm xmlns:a="http://schemas.openxmlformats.org/drawingml/2006/main">
            <a:off x="7477125" y="4152900"/>
            <a:ext cx="904875" cy="238125"/>
          </a:xfrm>
          <a:prstGeom xmlns:a="http://schemas.openxmlformats.org/drawingml/2006/main" prst="rect">
            <a:avLst/>
          </a:prstGeom>
          <a:solidFill xmlns:a="http://schemas.openxmlformats.org/drawingml/2006/main">
            <a:srgbClr val="0B1423"/>
          </a:solidFill>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1">
                <a:solidFill>
                  <a:srgbClr val="70E2CE"/>
                </a:solidFill>
                <a:latin typeface="DejaVu Sans"/>
                <a:ea typeface="DejaVu Sans"/>
                <a:cs typeface="DejaVu Sans"/>
              </a:defRPr>
            </a:defPPr>
            <a:lvl1pPr algn="ctr">
              <a:defRPr sz="1050" b="1">
                <a:solidFill>
                  <a:srgbClr val="70E2CE"/>
                </a:solidFill>
                <a:latin typeface="DejaVu Sans"/>
                <a:ea typeface="DejaVu Sans"/>
                <a:cs typeface="DejaVu Sans"/>
              </a:defRPr>
            </a:lvl1pPr>
            <a:lvl2pPr algn="ctr">
              <a:defRPr sz="1050" b="1">
                <a:solidFill>
                  <a:srgbClr val="70E2CE"/>
                </a:solidFill>
                <a:latin typeface="DejaVu Sans"/>
                <a:ea typeface="DejaVu Sans"/>
                <a:cs typeface="DejaVu Sans"/>
              </a:defRPr>
            </a:lvl2pPr>
            <a:lvl3pPr algn="ctr">
              <a:defRPr sz="1050" b="1">
                <a:solidFill>
                  <a:srgbClr val="70E2CE"/>
                </a:solidFill>
                <a:latin typeface="DejaVu Sans"/>
                <a:ea typeface="DejaVu Sans"/>
                <a:cs typeface="DejaVu Sans"/>
              </a:defRPr>
            </a:lvl3pPr>
            <a:lvl4pPr algn="ctr">
              <a:defRPr sz="1050" b="1">
                <a:solidFill>
                  <a:srgbClr val="70E2CE"/>
                </a:solidFill>
                <a:latin typeface="DejaVu Sans"/>
                <a:ea typeface="DejaVu Sans"/>
                <a:cs typeface="DejaVu Sans"/>
              </a:defRPr>
            </a:lvl4pPr>
            <a:lvl5pPr algn="ctr">
              <a:defRPr sz="1050" b="1">
                <a:solidFill>
                  <a:srgbClr val="70E2CE"/>
                </a:solidFill>
                <a:latin typeface="DejaVu Sans"/>
                <a:ea typeface="DejaVu Sans"/>
                <a:cs typeface="DejaVu Sans"/>
              </a:defRPr>
            </a:lvl5pPr>
            <a:lvl6pPr algn="ctr">
              <a:defRPr sz="1050" b="1">
                <a:solidFill>
                  <a:srgbClr val="70E2CE"/>
                </a:solidFill>
                <a:latin typeface="DejaVu Sans"/>
                <a:ea typeface="DejaVu Sans"/>
                <a:cs typeface="DejaVu Sans"/>
              </a:defRPr>
            </a:lvl6pPr>
            <a:lvl7pPr algn="ctr">
              <a:defRPr sz="1050" b="1">
                <a:solidFill>
                  <a:srgbClr val="70E2CE"/>
                </a:solidFill>
                <a:latin typeface="DejaVu Sans"/>
                <a:ea typeface="DejaVu Sans"/>
                <a:cs typeface="DejaVu Sans"/>
              </a:defRPr>
            </a:lvl7pPr>
            <a:lvl8pPr algn="ctr">
              <a:defRPr sz="1050" b="1">
                <a:solidFill>
                  <a:srgbClr val="70E2CE"/>
                </a:solidFill>
                <a:latin typeface="DejaVu Sans"/>
                <a:ea typeface="DejaVu Sans"/>
                <a:cs typeface="DejaVu Sans"/>
              </a:defRPr>
            </a:lvl8pPr>
            <a:lvl9pPr algn="ctr">
              <a:defRPr sz="1050" b="1">
                <a:solidFill>
                  <a:srgbClr val="70E2CE"/>
                </a:solidFill>
                <a:latin typeface="DejaVu Sans"/>
                <a:ea typeface="DejaVu Sans"/>
                <a:cs typeface="DejaVu Sans"/>
              </a:defRPr>
            </a:lvl9pPr>
          </a:lstStyle>
          <a:p xmlns:a="http://schemas.openxmlformats.org/drawingml/2006/main">
            <a:pPr algn="ctr">
              <a:defRPr sz="1050" b="1">
                <a:solidFill>
                  <a:srgbClr val="70E2CE"/>
                </a:solidFill>
                <a:latin typeface="DejaVu Sans"/>
                <a:ea typeface="DejaVu Sans"/>
                <a:cs typeface="DejaVu Sans"/>
              </a:defRPr>
            </a:pPr>
            <a:r>
              <a:rPr sz="1050" b="1">
                <a:solidFill>
                  <a:srgbClr val="70E2CE"/>
                </a:solidFill>
                <a:latin typeface="DejaVu Sans"/>
                <a:ea typeface="DejaVu Sans"/>
                <a:cs typeface="DejaVu Sans"/>
              </a:rPr>
              <a:t>CHAPTER</a:t>
            </a:r>
          </a:p>
        </p:txBody>
      </p:sp>
      <p:sp>
        <p:nvSpPr>
          <p:cNvPr id="46" name="">
            <a:extLst xmlns:a="http://schemas.openxmlformats.org/drawingml/2006/main">
              <a:ext uri="{FF2B5EF4-FFF2-40B4-BE49-F238E27FC236}">
                <a16:creationId xmlns:a16="http://schemas.microsoft.com/office/drawing/2014/main" id="{532BC9BB-3889-4427-938B-6922E6B20E72}"/>
              </a:ext>
            </a:extLst>
          </p:cNvPr>
          <p:cNvSpPr>
            <a:spLocks xmlns:a="http://schemas.openxmlformats.org/drawingml/2006/main" noGrp="1"/>
          </p:cNvSpPr>
          <p:nvPr/>
        </p:nvSpPr>
        <p:spPr>
          <a:xfrm xmlns:a="http://schemas.openxmlformats.org/drawingml/2006/main">
            <a:off x="9925050" y="2371725"/>
            <a:ext cx="990600" cy="238125"/>
          </a:xfrm>
          <a:prstGeom xmlns:a="http://schemas.openxmlformats.org/drawingml/2006/main" prst="rect">
            <a:avLst/>
          </a:prstGeom>
          <a:solidFill xmlns:a="http://schemas.openxmlformats.org/drawingml/2006/main">
            <a:srgbClr val="0B1423"/>
          </a:solidFill>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1">
                <a:solidFill>
                  <a:srgbClr val="FFBA7B"/>
                </a:solidFill>
                <a:latin typeface="DejaVu Sans"/>
                <a:ea typeface="DejaVu Sans"/>
                <a:cs typeface="DejaVu Sans"/>
              </a:defRPr>
            </a:defPPr>
            <a:lvl1pPr algn="ctr">
              <a:defRPr sz="1050" b="1">
                <a:solidFill>
                  <a:srgbClr val="FFBA7B"/>
                </a:solidFill>
                <a:latin typeface="DejaVu Sans"/>
                <a:ea typeface="DejaVu Sans"/>
                <a:cs typeface="DejaVu Sans"/>
              </a:defRPr>
            </a:lvl1pPr>
            <a:lvl2pPr algn="ctr">
              <a:defRPr sz="1050" b="1">
                <a:solidFill>
                  <a:srgbClr val="FFBA7B"/>
                </a:solidFill>
                <a:latin typeface="DejaVu Sans"/>
                <a:ea typeface="DejaVu Sans"/>
                <a:cs typeface="DejaVu Sans"/>
              </a:defRPr>
            </a:lvl2pPr>
            <a:lvl3pPr algn="ctr">
              <a:defRPr sz="1050" b="1">
                <a:solidFill>
                  <a:srgbClr val="FFBA7B"/>
                </a:solidFill>
                <a:latin typeface="DejaVu Sans"/>
                <a:ea typeface="DejaVu Sans"/>
                <a:cs typeface="DejaVu Sans"/>
              </a:defRPr>
            </a:lvl3pPr>
            <a:lvl4pPr algn="ctr">
              <a:defRPr sz="1050" b="1">
                <a:solidFill>
                  <a:srgbClr val="FFBA7B"/>
                </a:solidFill>
                <a:latin typeface="DejaVu Sans"/>
                <a:ea typeface="DejaVu Sans"/>
                <a:cs typeface="DejaVu Sans"/>
              </a:defRPr>
            </a:lvl4pPr>
            <a:lvl5pPr algn="ctr">
              <a:defRPr sz="1050" b="1">
                <a:solidFill>
                  <a:srgbClr val="FFBA7B"/>
                </a:solidFill>
                <a:latin typeface="DejaVu Sans"/>
                <a:ea typeface="DejaVu Sans"/>
                <a:cs typeface="DejaVu Sans"/>
              </a:defRPr>
            </a:lvl5pPr>
            <a:lvl6pPr algn="ctr">
              <a:defRPr sz="1050" b="1">
                <a:solidFill>
                  <a:srgbClr val="FFBA7B"/>
                </a:solidFill>
                <a:latin typeface="DejaVu Sans"/>
                <a:ea typeface="DejaVu Sans"/>
                <a:cs typeface="DejaVu Sans"/>
              </a:defRPr>
            </a:lvl6pPr>
            <a:lvl7pPr algn="ctr">
              <a:defRPr sz="1050" b="1">
                <a:solidFill>
                  <a:srgbClr val="FFBA7B"/>
                </a:solidFill>
                <a:latin typeface="DejaVu Sans"/>
                <a:ea typeface="DejaVu Sans"/>
                <a:cs typeface="DejaVu Sans"/>
              </a:defRPr>
            </a:lvl7pPr>
            <a:lvl8pPr algn="ctr">
              <a:defRPr sz="1050" b="1">
                <a:solidFill>
                  <a:srgbClr val="FFBA7B"/>
                </a:solidFill>
                <a:latin typeface="DejaVu Sans"/>
                <a:ea typeface="DejaVu Sans"/>
                <a:cs typeface="DejaVu Sans"/>
              </a:defRPr>
            </a:lvl8pPr>
            <a:lvl9pPr algn="ctr">
              <a:defRPr sz="1050" b="1">
                <a:solidFill>
                  <a:srgbClr val="FFBA7B"/>
                </a:solidFill>
                <a:latin typeface="DejaVu Sans"/>
                <a:ea typeface="DejaVu Sans"/>
                <a:cs typeface="DejaVu Sans"/>
              </a:defRPr>
            </a:lvl9pPr>
          </a:lstStyle>
          <a:p xmlns:a="http://schemas.openxmlformats.org/drawingml/2006/main">
            <a:pPr algn="ctr">
              <a:defRPr sz="1050" b="1">
                <a:solidFill>
                  <a:srgbClr val="FFBA7B"/>
                </a:solidFill>
                <a:latin typeface="DejaVu Sans"/>
                <a:ea typeface="DejaVu Sans"/>
                <a:cs typeface="DejaVu Sans"/>
              </a:defRPr>
            </a:pPr>
            <a:r>
              <a:rPr sz="1050" b="1">
                <a:solidFill>
                  <a:srgbClr val="FFBA7B"/>
                </a:solidFill>
                <a:latin typeface="DejaVu Sans"/>
                <a:ea typeface="DejaVu Sans"/>
                <a:cs typeface="DejaVu Sans"/>
              </a:rPr>
              <a:t>MANAGES</a:t>
            </a:r>
          </a:p>
        </p:txBody>
      </p:sp>
      <p:sp>
        <p:nvSpPr>
          <p:cNvPr id="47" name="">
            <a:extLst xmlns:a="http://schemas.openxmlformats.org/drawingml/2006/main">
              <a:ext uri="{FF2B5EF4-FFF2-40B4-BE49-F238E27FC236}">
                <a16:creationId xmlns:a16="http://schemas.microsoft.com/office/drawing/2014/main" id="{FEE09FD6-5F1A-4687-B584-77F8EADD82C3}"/>
              </a:ext>
            </a:extLst>
          </p:cNvPr>
          <p:cNvSpPr>
            <a:spLocks xmlns:a="http://schemas.openxmlformats.org/drawingml/2006/main" noGrp="1"/>
          </p:cNvSpPr>
          <p:nvPr/>
        </p:nvSpPr>
        <p:spPr>
          <a:xfrm xmlns:a="http://schemas.openxmlformats.org/drawingml/2006/main">
            <a:off x="9515475" y="3209925"/>
            <a:ext cx="809625" cy="238125"/>
          </a:xfrm>
          <a:prstGeom xmlns:a="http://schemas.openxmlformats.org/drawingml/2006/main" prst="rect">
            <a:avLst/>
          </a:prstGeom>
          <a:solidFill xmlns:a="http://schemas.openxmlformats.org/drawingml/2006/main">
            <a:srgbClr val="0B1423"/>
          </a:solidFill>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1">
                <a:solidFill>
                  <a:srgbClr val="FFBA7B"/>
                </a:solidFill>
                <a:latin typeface="DejaVu Sans"/>
                <a:ea typeface="DejaVu Sans"/>
                <a:cs typeface="DejaVu Sans"/>
              </a:defRPr>
            </a:defPPr>
            <a:lvl1pPr algn="ctr">
              <a:defRPr sz="1050" b="1">
                <a:solidFill>
                  <a:srgbClr val="FFBA7B"/>
                </a:solidFill>
                <a:latin typeface="DejaVu Sans"/>
                <a:ea typeface="DejaVu Sans"/>
                <a:cs typeface="DejaVu Sans"/>
              </a:defRPr>
            </a:lvl1pPr>
            <a:lvl2pPr algn="ctr">
              <a:defRPr sz="1050" b="1">
                <a:solidFill>
                  <a:srgbClr val="FFBA7B"/>
                </a:solidFill>
                <a:latin typeface="DejaVu Sans"/>
                <a:ea typeface="DejaVu Sans"/>
                <a:cs typeface="DejaVu Sans"/>
              </a:defRPr>
            </a:lvl2pPr>
            <a:lvl3pPr algn="ctr">
              <a:defRPr sz="1050" b="1">
                <a:solidFill>
                  <a:srgbClr val="FFBA7B"/>
                </a:solidFill>
                <a:latin typeface="DejaVu Sans"/>
                <a:ea typeface="DejaVu Sans"/>
                <a:cs typeface="DejaVu Sans"/>
              </a:defRPr>
            </a:lvl3pPr>
            <a:lvl4pPr algn="ctr">
              <a:defRPr sz="1050" b="1">
                <a:solidFill>
                  <a:srgbClr val="FFBA7B"/>
                </a:solidFill>
                <a:latin typeface="DejaVu Sans"/>
                <a:ea typeface="DejaVu Sans"/>
                <a:cs typeface="DejaVu Sans"/>
              </a:defRPr>
            </a:lvl4pPr>
            <a:lvl5pPr algn="ctr">
              <a:defRPr sz="1050" b="1">
                <a:solidFill>
                  <a:srgbClr val="FFBA7B"/>
                </a:solidFill>
                <a:latin typeface="DejaVu Sans"/>
                <a:ea typeface="DejaVu Sans"/>
                <a:cs typeface="DejaVu Sans"/>
              </a:defRPr>
            </a:lvl5pPr>
            <a:lvl6pPr algn="ctr">
              <a:defRPr sz="1050" b="1">
                <a:solidFill>
                  <a:srgbClr val="FFBA7B"/>
                </a:solidFill>
                <a:latin typeface="DejaVu Sans"/>
                <a:ea typeface="DejaVu Sans"/>
                <a:cs typeface="DejaVu Sans"/>
              </a:defRPr>
            </a:lvl6pPr>
            <a:lvl7pPr algn="ctr">
              <a:defRPr sz="1050" b="1">
                <a:solidFill>
                  <a:srgbClr val="FFBA7B"/>
                </a:solidFill>
                <a:latin typeface="DejaVu Sans"/>
                <a:ea typeface="DejaVu Sans"/>
                <a:cs typeface="DejaVu Sans"/>
              </a:defRPr>
            </a:lvl7pPr>
            <a:lvl8pPr algn="ctr">
              <a:defRPr sz="1050" b="1">
                <a:solidFill>
                  <a:srgbClr val="FFBA7B"/>
                </a:solidFill>
                <a:latin typeface="DejaVu Sans"/>
                <a:ea typeface="DejaVu Sans"/>
                <a:cs typeface="DejaVu Sans"/>
              </a:defRPr>
            </a:lvl8pPr>
            <a:lvl9pPr algn="ctr">
              <a:defRPr sz="1050" b="1">
                <a:solidFill>
                  <a:srgbClr val="FFBA7B"/>
                </a:solidFill>
                <a:latin typeface="DejaVu Sans"/>
                <a:ea typeface="DejaVu Sans"/>
                <a:cs typeface="DejaVu Sans"/>
              </a:defRPr>
            </a:lvl9pPr>
          </a:lstStyle>
          <a:p xmlns:a="http://schemas.openxmlformats.org/drawingml/2006/main">
            <a:pPr algn="ctr">
              <a:defRPr sz="1050" b="1">
                <a:solidFill>
                  <a:srgbClr val="FFBA7B"/>
                </a:solidFill>
                <a:latin typeface="DejaVu Sans"/>
                <a:ea typeface="DejaVu Sans"/>
                <a:cs typeface="DejaVu Sans"/>
              </a:defRPr>
            </a:pPr>
            <a:r>
              <a:rPr sz="1050" b="1">
                <a:solidFill>
                  <a:srgbClr val="FFBA7B"/>
                </a:solidFill>
                <a:latin typeface="DejaVu Sans"/>
                <a:ea typeface="DejaVu Sans"/>
                <a:cs typeface="DejaVu Sans"/>
              </a:rPr>
              <a:t>MANAGES</a:t>
            </a:r>
          </a:p>
        </p:txBody>
      </p:sp>
      <p:sp>
        <p:nvSpPr>
          <p:cNvPr id="48" name="">
            <a:extLst xmlns:a="http://schemas.openxmlformats.org/drawingml/2006/main">
              <a:ext uri="{FF2B5EF4-FFF2-40B4-BE49-F238E27FC236}">
                <a16:creationId xmlns:a16="http://schemas.microsoft.com/office/drawing/2014/main" id="{3942CC21-D86F-4DAF-A2F5-0AE076CCA110}"/>
              </a:ext>
            </a:extLst>
          </p:cNvPr>
          <p:cNvSpPr>
            <a:spLocks xmlns:a="http://schemas.openxmlformats.org/drawingml/2006/main" noGrp="1"/>
          </p:cNvSpPr>
          <p:nvPr/>
        </p:nvSpPr>
        <p:spPr>
          <a:xfrm xmlns:a="http://schemas.openxmlformats.org/drawingml/2006/main">
            <a:off x="9925050" y="4219575"/>
            <a:ext cx="990600" cy="238125"/>
          </a:xfrm>
          <a:prstGeom xmlns:a="http://schemas.openxmlformats.org/drawingml/2006/main" prst="rect">
            <a:avLst/>
          </a:prstGeom>
          <a:solidFill xmlns:a="http://schemas.openxmlformats.org/drawingml/2006/main">
            <a:srgbClr val="0B1423"/>
          </a:solidFill>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050" b="1">
                <a:solidFill>
                  <a:srgbClr val="FFBA7B"/>
                </a:solidFill>
                <a:latin typeface="DejaVu Sans"/>
                <a:ea typeface="DejaVu Sans"/>
                <a:cs typeface="DejaVu Sans"/>
              </a:defRPr>
            </a:defPPr>
            <a:lvl1pPr algn="ctr">
              <a:defRPr sz="1050" b="1">
                <a:solidFill>
                  <a:srgbClr val="FFBA7B"/>
                </a:solidFill>
                <a:latin typeface="DejaVu Sans"/>
                <a:ea typeface="DejaVu Sans"/>
                <a:cs typeface="DejaVu Sans"/>
              </a:defRPr>
            </a:lvl1pPr>
            <a:lvl2pPr algn="ctr">
              <a:defRPr sz="1050" b="1">
                <a:solidFill>
                  <a:srgbClr val="FFBA7B"/>
                </a:solidFill>
                <a:latin typeface="DejaVu Sans"/>
                <a:ea typeface="DejaVu Sans"/>
                <a:cs typeface="DejaVu Sans"/>
              </a:defRPr>
            </a:lvl2pPr>
            <a:lvl3pPr algn="ctr">
              <a:defRPr sz="1050" b="1">
                <a:solidFill>
                  <a:srgbClr val="FFBA7B"/>
                </a:solidFill>
                <a:latin typeface="DejaVu Sans"/>
                <a:ea typeface="DejaVu Sans"/>
                <a:cs typeface="DejaVu Sans"/>
              </a:defRPr>
            </a:lvl3pPr>
            <a:lvl4pPr algn="ctr">
              <a:defRPr sz="1050" b="1">
                <a:solidFill>
                  <a:srgbClr val="FFBA7B"/>
                </a:solidFill>
                <a:latin typeface="DejaVu Sans"/>
                <a:ea typeface="DejaVu Sans"/>
                <a:cs typeface="DejaVu Sans"/>
              </a:defRPr>
            </a:lvl4pPr>
            <a:lvl5pPr algn="ctr">
              <a:defRPr sz="1050" b="1">
                <a:solidFill>
                  <a:srgbClr val="FFBA7B"/>
                </a:solidFill>
                <a:latin typeface="DejaVu Sans"/>
                <a:ea typeface="DejaVu Sans"/>
                <a:cs typeface="DejaVu Sans"/>
              </a:defRPr>
            </a:lvl5pPr>
            <a:lvl6pPr algn="ctr">
              <a:defRPr sz="1050" b="1">
                <a:solidFill>
                  <a:srgbClr val="FFBA7B"/>
                </a:solidFill>
                <a:latin typeface="DejaVu Sans"/>
                <a:ea typeface="DejaVu Sans"/>
                <a:cs typeface="DejaVu Sans"/>
              </a:defRPr>
            </a:lvl6pPr>
            <a:lvl7pPr algn="ctr">
              <a:defRPr sz="1050" b="1">
                <a:solidFill>
                  <a:srgbClr val="FFBA7B"/>
                </a:solidFill>
                <a:latin typeface="DejaVu Sans"/>
                <a:ea typeface="DejaVu Sans"/>
                <a:cs typeface="DejaVu Sans"/>
              </a:defRPr>
            </a:lvl7pPr>
            <a:lvl8pPr algn="ctr">
              <a:defRPr sz="1050" b="1">
                <a:solidFill>
                  <a:srgbClr val="FFBA7B"/>
                </a:solidFill>
                <a:latin typeface="DejaVu Sans"/>
                <a:ea typeface="DejaVu Sans"/>
                <a:cs typeface="DejaVu Sans"/>
              </a:defRPr>
            </a:lvl8pPr>
            <a:lvl9pPr algn="ctr">
              <a:defRPr sz="1050" b="1">
                <a:solidFill>
                  <a:srgbClr val="FFBA7B"/>
                </a:solidFill>
                <a:latin typeface="DejaVu Sans"/>
                <a:ea typeface="DejaVu Sans"/>
                <a:cs typeface="DejaVu Sans"/>
              </a:defRPr>
            </a:lvl9pPr>
          </a:lstStyle>
          <a:p xmlns:a="http://schemas.openxmlformats.org/drawingml/2006/main">
            <a:pPr algn="ctr">
              <a:defRPr sz="1050" b="1">
                <a:solidFill>
                  <a:srgbClr val="FFBA7B"/>
                </a:solidFill>
                <a:latin typeface="DejaVu Sans"/>
                <a:ea typeface="DejaVu Sans"/>
                <a:cs typeface="DejaVu Sans"/>
              </a:defRPr>
            </a:pPr>
            <a:r>
              <a:rPr sz="1050" b="1">
                <a:solidFill>
                  <a:srgbClr val="FFBA7B"/>
                </a:solidFill>
                <a:latin typeface="DejaVu Sans"/>
                <a:ea typeface="DejaVu Sans"/>
                <a:cs typeface="DejaVu Sans"/>
              </a:rPr>
              <a:t>MANAGES</a:t>
            </a:r>
          </a:p>
        </p:txBody>
      </p:sp>
      <p:sp>
        <p:nvSpPr>
          <p:cNvPr id="49" name="">
            <a:extLst xmlns:a="http://schemas.openxmlformats.org/drawingml/2006/main">
              <a:ext uri="{FF2B5EF4-FFF2-40B4-BE49-F238E27FC236}">
                <a16:creationId xmlns:a16="http://schemas.microsoft.com/office/drawing/2014/main" id="{554928AB-F6A3-42A7-82ED-6D257E88A970}"/>
              </a:ext>
            </a:extLst>
          </p:cNvPr>
          <p:cNvSpPr>
            <a:spLocks xmlns:a="http://schemas.openxmlformats.org/drawingml/2006/main" noGrp="1"/>
          </p:cNvSpPr>
          <p:nvPr/>
        </p:nvSpPr>
        <p:spPr>
          <a:xfrm xmlns:a="http://schemas.openxmlformats.org/drawingml/2006/main">
            <a:off x="419100" y="6343650"/>
            <a:ext cx="11334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0">
                <a:solidFill>
                  <a:srgbClr val="A3B2C7"/>
                </a:solidFill>
                <a:latin typeface="DejaVu Sans"/>
                <a:ea typeface="DejaVu Sans"/>
                <a:cs typeface="DejaVu Sans"/>
              </a:defRPr>
            </a:defPPr>
            <a:lvl1pPr>
              <a:defRPr sz="1425" b="0">
                <a:solidFill>
                  <a:srgbClr val="A3B2C7"/>
                </a:solidFill>
                <a:latin typeface="DejaVu Sans"/>
                <a:ea typeface="DejaVu Sans"/>
                <a:cs typeface="DejaVu Sans"/>
              </a:defRPr>
            </a:lvl1pPr>
            <a:lvl2pPr>
              <a:defRPr sz="1425" b="0">
                <a:solidFill>
                  <a:srgbClr val="A3B2C7"/>
                </a:solidFill>
                <a:latin typeface="DejaVu Sans"/>
                <a:ea typeface="DejaVu Sans"/>
                <a:cs typeface="DejaVu Sans"/>
              </a:defRPr>
            </a:lvl2pPr>
            <a:lvl3pPr>
              <a:defRPr sz="1425" b="0">
                <a:solidFill>
                  <a:srgbClr val="A3B2C7"/>
                </a:solidFill>
                <a:latin typeface="DejaVu Sans"/>
                <a:ea typeface="DejaVu Sans"/>
                <a:cs typeface="DejaVu Sans"/>
              </a:defRPr>
            </a:lvl3pPr>
            <a:lvl4pPr>
              <a:defRPr sz="1425" b="0">
                <a:solidFill>
                  <a:srgbClr val="A3B2C7"/>
                </a:solidFill>
                <a:latin typeface="DejaVu Sans"/>
                <a:ea typeface="DejaVu Sans"/>
                <a:cs typeface="DejaVu Sans"/>
              </a:defRPr>
            </a:lvl4pPr>
            <a:lvl5pPr>
              <a:defRPr sz="1425" b="0">
                <a:solidFill>
                  <a:srgbClr val="A3B2C7"/>
                </a:solidFill>
                <a:latin typeface="DejaVu Sans"/>
                <a:ea typeface="DejaVu Sans"/>
                <a:cs typeface="DejaVu Sans"/>
              </a:defRPr>
            </a:lvl5pPr>
            <a:lvl6pPr>
              <a:defRPr sz="1425" b="0">
                <a:solidFill>
                  <a:srgbClr val="A3B2C7"/>
                </a:solidFill>
                <a:latin typeface="DejaVu Sans"/>
                <a:ea typeface="DejaVu Sans"/>
                <a:cs typeface="DejaVu Sans"/>
              </a:defRPr>
            </a:lvl6pPr>
            <a:lvl7pPr>
              <a:defRPr sz="1425" b="0">
                <a:solidFill>
                  <a:srgbClr val="A3B2C7"/>
                </a:solidFill>
                <a:latin typeface="DejaVu Sans"/>
                <a:ea typeface="DejaVu Sans"/>
                <a:cs typeface="DejaVu Sans"/>
              </a:defRPr>
            </a:lvl7pPr>
            <a:lvl8pPr>
              <a:defRPr sz="1425" b="0">
                <a:solidFill>
                  <a:srgbClr val="A3B2C7"/>
                </a:solidFill>
                <a:latin typeface="DejaVu Sans"/>
                <a:ea typeface="DejaVu Sans"/>
                <a:cs typeface="DejaVu Sans"/>
              </a:defRPr>
            </a:lvl8pPr>
            <a:lvl9pPr>
              <a:defRPr sz="1425" b="0">
                <a:solidFill>
                  <a:srgbClr val="A3B2C7"/>
                </a:solidFill>
                <a:latin typeface="DejaVu Sans"/>
                <a:ea typeface="DejaVu Sans"/>
                <a:cs typeface="DejaVu Sans"/>
              </a:defRPr>
            </a:lvl9pPr>
          </a:lstStyle>
          <a:p xmlns:a="http://schemas.openxmlformats.org/drawingml/2006/main">
            <a:pPr>
              <a:defRPr sz="1425" b="0">
                <a:solidFill>
                  <a:srgbClr val="A3B2C7"/>
                </a:solidFill>
                <a:latin typeface="DejaVu Sans"/>
                <a:ea typeface="DejaVu Sans"/>
                <a:cs typeface="DejaVu Sans"/>
              </a:defRPr>
            </a:pPr>
            <a:r>
              <a:rPr sz="1425" b="0">
                <a:solidFill>
                  <a:srgbClr val="A3B2C7"/>
                </a:solidFill>
                <a:latin typeface="DejaVu Sans"/>
                <a:ea typeface="DejaVu Sans"/>
                <a:cs typeface="DejaVu Sans"/>
              </a:rPr>
              <a:t>MATCH (arun:Human)-[:MANAGES]-&gt;(chapter) RETURN count(chapter) // 3</a:t>
            </a:r>
          </a:p>
        </p:txBody>
      </p:sp>
    </p:spTree>
    <p:extLst>
      <p:ext uri="{BB962C8B-B14F-4D97-AF65-F5344CB8AC3E}">
        <p14:creationId xmlns:p14="http://schemas.microsoft.com/office/powerpoint/2010/main" val="600077706"/>
      </p:ext>
    </p:extLst>
  </p:cSld>
</p:sld>
</file>

<file path=ppt/slides/slide2.xml><?xml version="1.0" encoding="utf-8"?>
<p:sld xmlns:p="http://schemas.openxmlformats.org/presentationml/2006/main">
  <p:cSld>
    <p:bg>
      <p:bgPr>
        <a:solidFill xmlns:a="http://schemas.openxmlformats.org/drawingml/2006/main">
          <a:srgbClr val="0B1423"/>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A1EE3B2C-F1E0-45E6-AA28-DE082775847A}"/>
              </a:ext>
            </a:extLst>
          </p:cNvPr>
          <p:cNvSpPr>
            <a:spLocks xmlns:a="http://schemas.openxmlformats.org/drawingml/2006/main" noGrp="1"/>
          </p:cNvSpPr>
          <p:nvPr/>
        </p:nvSpPr>
        <p:spPr>
          <a:xfrm xmlns:a="http://schemas.openxmlformats.org/drawingml/2006/main">
            <a:off x="495300" y="295275"/>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75" b="1">
                <a:solidFill>
                  <a:srgbClr val="F2F5FC"/>
                </a:solidFill>
                <a:latin typeface="DejaVu Sans"/>
                <a:ea typeface="DejaVu Sans"/>
                <a:cs typeface="DejaVu Sans"/>
              </a:defRPr>
            </a:defPPr>
            <a:lvl1pPr>
              <a:defRPr sz="3375" b="1">
                <a:solidFill>
                  <a:srgbClr val="F2F5FC"/>
                </a:solidFill>
                <a:latin typeface="DejaVu Sans"/>
                <a:ea typeface="DejaVu Sans"/>
                <a:cs typeface="DejaVu Sans"/>
              </a:defRPr>
            </a:lvl1pPr>
            <a:lvl2pPr>
              <a:defRPr sz="3375" b="1">
                <a:solidFill>
                  <a:srgbClr val="F2F5FC"/>
                </a:solidFill>
                <a:latin typeface="DejaVu Sans"/>
                <a:ea typeface="DejaVu Sans"/>
                <a:cs typeface="DejaVu Sans"/>
              </a:defRPr>
            </a:lvl2pPr>
            <a:lvl3pPr>
              <a:defRPr sz="3375" b="1">
                <a:solidFill>
                  <a:srgbClr val="F2F5FC"/>
                </a:solidFill>
                <a:latin typeface="DejaVu Sans"/>
                <a:ea typeface="DejaVu Sans"/>
                <a:cs typeface="DejaVu Sans"/>
              </a:defRPr>
            </a:lvl3pPr>
            <a:lvl4pPr>
              <a:defRPr sz="3375" b="1">
                <a:solidFill>
                  <a:srgbClr val="F2F5FC"/>
                </a:solidFill>
                <a:latin typeface="DejaVu Sans"/>
                <a:ea typeface="DejaVu Sans"/>
                <a:cs typeface="DejaVu Sans"/>
              </a:defRPr>
            </a:lvl4pPr>
            <a:lvl5pPr>
              <a:defRPr sz="3375" b="1">
                <a:solidFill>
                  <a:srgbClr val="F2F5FC"/>
                </a:solidFill>
                <a:latin typeface="DejaVu Sans"/>
                <a:ea typeface="DejaVu Sans"/>
                <a:cs typeface="DejaVu Sans"/>
              </a:defRPr>
            </a:lvl5pPr>
            <a:lvl6pPr>
              <a:defRPr sz="3375" b="1">
                <a:solidFill>
                  <a:srgbClr val="F2F5FC"/>
                </a:solidFill>
                <a:latin typeface="DejaVu Sans"/>
                <a:ea typeface="DejaVu Sans"/>
                <a:cs typeface="DejaVu Sans"/>
              </a:defRPr>
            </a:lvl6pPr>
            <a:lvl7pPr>
              <a:defRPr sz="3375" b="1">
                <a:solidFill>
                  <a:srgbClr val="F2F5FC"/>
                </a:solidFill>
                <a:latin typeface="DejaVu Sans"/>
                <a:ea typeface="DejaVu Sans"/>
                <a:cs typeface="DejaVu Sans"/>
              </a:defRPr>
            </a:lvl7pPr>
            <a:lvl8pPr>
              <a:defRPr sz="3375" b="1">
                <a:solidFill>
                  <a:srgbClr val="F2F5FC"/>
                </a:solidFill>
                <a:latin typeface="DejaVu Sans"/>
                <a:ea typeface="DejaVu Sans"/>
                <a:cs typeface="DejaVu Sans"/>
              </a:defRPr>
            </a:lvl8pPr>
            <a:lvl9pPr>
              <a:defRPr sz="3375" b="1">
                <a:solidFill>
                  <a:srgbClr val="F2F5FC"/>
                </a:solidFill>
                <a:latin typeface="DejaVu Sans"/>
                <a:ea typeface="DejaVu Sans"/>
                <a:cs typeface="DejaVu Sans"/>
              </a:defRPr>
            </a:lvl9pPr>
          </a:lstStyle>
          <a:p xmlns:a="http://schemas.openxmlformats.org/drawingml/2006/main">
            <a:pPr>
              <a:defRPr sz="3375" b="1">
                <a:solidFill>
                  <a:srgbClr val="F2F5FC"/>
                </a:solidFill>
                <a:latin typeface="DejaVu Sans"/>
                <a:ea typeface="DejaVu Sans"/>
                <a:cs typeface="DejaVu Sans"/>
              </a:defRPr>
            </a:pPr>
            <a:r>
              <a:rPr sz="3375" b="1">
                <a:solidFill>
                  <a:srgbClr val="F2F5FC"/>
                </a:solidFill>
                <a:latin typeface="DejaVu Sans"/>
                <a:ea typeface="DejaVu Sans"/>
                <a:cs typeface="DejaVu Sans"/>
              </a:rPr>
              <a:t>Bimodal expertise profile</a:t>
            </a:r>
          </a:p>
        </p:txBody>
      </p:sp>
      <p:sp>
        <p:nvSpPr>
          <p:cNvPr id="2" name="">
            <a:extLst xmlns:a="http://schemas.openxmlformats.org/drawingml/2006/main">
              <a:ext uri="{FF2B5EF4-FFF2-40B4-BE49-F238E27FC236}">
                <a16:creationId xmlns:a16="http://schemas.microsoft.com/office/drawing/2014/main" id="{E6C6CDE6-F920-4DB8-9E2C-B710088D524B}"/>
              </a:ext>
            </a:extLst>
          </p:cNvPr>
          <p:cNvSpPr>
            <a:spLocks xmlns:a="http://schemas.openxmlformats.org/drawingml/2006/main" noGrp="1"/>
          </p:cNvSpPr>
          <p:nvPr/>
        </p:nvSpPr>
        <p:spPr>
          <a:xfrm xmlns:a="http://schemas.openxmlformats.org/drawingml/2006/main">
            <a:off x="514350" y="971550"/>
            <a:ext cx="1095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78DDD0"/>
                </a:solidFill>
                <a:latin typeface="DejaVu Sans"/>
                <a:ea typeface="DejaVu Sans"/>
                <a:cs typeface="DejaVu Sans"/>
              </a:defRPr>
            </a:defPPr>
            <a:lvl1pPr>
              <a:defRPr sz="1950" b="0">
                <a:solidFill>
                  <a:srgbClr val="78DDD0"/>
                </a:solidFill>
                <a:latin typeface="DejaVu Sans"/>
                <a:ea typeface="DejaVu Sans"/>
                <a:cs typeface="DejaVu Sans"/>
              </a:defRPr>
            </a:lvl1pPr>
            <a:lvl2pPr>
              <a:defRPr sz="1950" b="0">
                <a:solidFill>
                  <a:srgbClr val="78DDD0"/>
                </a:solidFill>
                <a:latin typeface="DejaVu Sans"/>
                <a:ea typeface="DejaVu Sans"/>
                <a:cs typeface="DejaVu Sans"/>
              </a:defRPr>
            </a:lvl2pPr>
            <a:lvl3pPr>
              <a:defRPr sz="1950" b="0">
                <a:solidFill>
                  <a:srgbClr val="78DDD0"/>
                </a:solidFill>
                <a:latin typeface="DejaVu Sans"/>
                <a:ea typeface="DejaVu Sans"/>
                <a:cs typeface="DejaVu Sans"/>
              </a:defRPr>
            </a:lvl3pPr>
            <a:lvl4pPr>
              <a:defRPr sz="1950" b="0">
                <a:solidFill>
                  <a:srgbClr val="78DDD0"/>
                </a:solidFill>
                <a:latin typeface="DejaVu Sans"/>
                <a:ea typeface="DejaVu Sans"/>
                <a:cs typeface="DejaVu Sans"/>
              </a:defRPr>
            </a:lvl4pPr>
            <a:lvl5pPr>
              <a:defRPr sz="1950" b="0">
                <a:solidFill>
                  <a:srgbClr val="78DDD0"/>
                </a:solidFill>
                <a:latin typeface="DejaVu Sans"/>
                <a:ea typeface="DejaVu Sans"/>
                <a:cs typeface="DejaVu Sans"/>
              </a:defRPr>
            </a:lvl5pPr>
            <a:lvl6pPr>
              <a:defRPr sz="1950" b="0">
                <a:solidFill>
                  <a:srgbClr val="78DDD0"/>
                </a:solidFill>
                <a:latin typeface="DejaVu Sans"/>
                <a:ea typeface="DejaVu Sans"/>
                <a:cs typeface="DejaVu Sans"/>
              </a:defRPr>
            </a:lvl6pPr>
            <a:lvl7pPr>
              <a:defRPr sz="1950" b="0">
                <a:solidFill>
                  <a:srgbClr val="78DDD0"/>
                </a:solidFill>
                <a:latin typeface="DejaVu Sans"/>
                <a:ea typeface="DejaVu Sans"/>
                <a:cs typeface="DejaVu Sans"/>
              </a:defRPr>
            </a:lvl7pPr>
            <a:lvl8pPr>
              <a:defRPr sz="1950" b="0">
                <a:solidFill>
                  <a:srgbClr val="78DDD0"/>
                </a:solidFill>
                <a:latin typeface="DejaVu Sans"/>
                <a:ea typeface="DejaVu Sans"/>
                <a:cs typeface="DejaVu Sans"/>
              </a:defRPr>
            </a:lvl8pPr>
            <a:lvl9pPr>
              <a:defRPr sz="1950" b="0">
                <a:solidFill>
                  <a:srgbClr val="78DDD0"/>
                </a:solidFill>
                <a:latin typeface="DejaVu Sans"/>
                <a:ea typeface="DejaVu Sans"/>
                <a:cs typeface="DejaVu Sans"/>
              </a:defRPr>
            </a:lvl9pPr>
          </a:lstStyle>
          <a:p xmlns:a="http://schemas.openxmlformats.org/drawingml/2006/main">
            <a:pPr>
              <a:defRPr sz="1950" b="0">
                <a:solidFill>
                  <a:srgbClr val="78DDD0"/>
                </a:solidFill>
                <a:latin typeface="DejaVu Sans"/>
                <a:ea typeface="DejaVu Sans"/>
                <a:cs typeface="DejaVu Sans"/>
              </a:defRPr>
            </a:pPr>
            <a:r>
              <a:rPr sz="1950" b="0">
                <a:solidFill>
                  <a:srgbClr val="78DDD0"/>
                </a:solidFill>
                <a:latin typeface="DejaVu Sans"/>
                <a:ea typeface="DejaVu Sans"/>
                <a:cs typeface="DejaVu Sans"/>
              </a:rPr>
              <a:t>Primary peak: Graph AI. Secondary peak: SFT and RL post-training.</a:t>
            </a:r>
          </a:p>
        </p:txBody>
      </p:sp>
      <p:sp>
        <p:nvSpPr>
          <p:cNvPr id="3" name="">
            <a:extLst xmlns:a="http://schemas.openxmlformats.org/drawingml/2006/main">
              <a:ext uri="{FF2B5EF4-FFF2-40B4-BE49-F238E27FC236}">
                <a16:creationId xmlns:a16="http://schemas.microsoft.com/office/drawing/2014/main" id="{5F035C95-DCD2-4802-9A32-EC32B15B5D82}"/>
              </a:ext>
            </a:extLst>
          </p:cNvPr>
          <p:cNvSpPr>
            <a:spLocks xmlns:a="http://schemas.openxmlformats.org/drawingml/2006/main" noGrp="1"/>
          </p:cNvSpPr>
          <p:nvPr/>
        </p:nvSpPr>
        <p:spPr>
          <a:xfrm xmlns:a="http://schemas.openxmlformats.org/drawingml/2006/main">
            <a:off x="666750" y="1571625"/>
            <a:ext cx="762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0">
                <a:solidFill>
                  <a:srgbClr val="A6B5C9"/>
                </a:solidFill>
                <a:latin typeface="DejaVu Sans"/>
                <a:ea typeface="DejaVu Sans"/>
                <a:cs typeface="DejaVu Sans"/>
              </a:defRPr>
            </a:defPPr>
            <a:lvl1pPr>
              <a:defRPr sz="1350" b="0">
                <a:solidFill>
                  <a:srgbClr val="A6B5C9"/>
                </a:solidFill>
                <a:latin typeface="DejaVu Sans"/>
                <a:ea typeface="DejaVu Sans"/>
                <a:cs typeface="DejaVu Sans"/>
              </a:defRPr>
            </a:lvl1pPr>
            <a:lvl2pPr>
              <a:defRPr sz="1350" b="0">
                <a:solidFill>
                  <a:srgbClr val="A6B5C9"/>
                </a:solidFill>
                <a:latin typeface="DejaVu Sans"/>
                <a:ea typeface="DejaVu Sans"/>
                <a:cs typeface="DejaVu Sans"/>
              </a:defRPr>
            </a:lvl2pPr>
            <a:lvl3pPr>
              <a:defRPr sz="1350" b="0">
                <a:solidFill>
                  <a:srgbClr val="A6B5C9"/>
                </a:solidFill>
                <a:latin typeface="DejaVu Sans"/>
                <a:ea typeface="DejaVu Sans"/>
                <a:cs typeface="DejaVu Sans"/>
              </a:defRPr>
            </a:lvl3pPr>
            <a:lvl4pPr>
              <a:defRPr sz="1350" b="0">
                <a:solidFill>
                  <a:srgbClr val="A6B5C9"/>
                </a:solidFill>
                <a:latin typeface="DejaVu Sans"/>
                <a:ea typeface="DejaVu Sans"/>
                <a:cs typeface="DejaVu Sans"/>
              </a:defRPr>
            </a:lvl4pPr>
            <a:lvl5pPr>
              <a:defRPr sz="1350" b="0">
                <a:solidFill>
                  <a:srgbClr val="A6B5C9"/>
                </a:solidFill>
                <a:latin typeface="DejaVu Sans"/>
                <a:ea typeface="DejaVu Sans"/>
                <a:cs typeface="DejaVu Sans"/>
              </a:defRPr>
            </a:lvl5pPr>
            <a:lvl6pPr>
              <a:defRPr sz="1350" b="0">
                <a:solidFill>
                  <a:srgbClr val="A6B5C9"/>
                </a:solidFill>
                <a:latin typeface="DejaVu Sans"/>
                <a:ea typeface="DejaVu Sans"/>
                <a:cs typeface="DejaVu Sans"/>
              </a:defRPr>
            </a:lvl6pPr>
            <a:lvl7pPr>
              <a:defRPr sz="1350" b="0">
                <a:solidFill>
                  <a:srgbClr val="A6B5C9"/>
                </a:solidFill>
                <a:latin typeface="DejaVu Sans"/>
                <a:ea typeface="DejaVu Sans"/>
                <a:cs typeface="DejaVu Sans"/>
              </a:defRPr>
            </a:lvl7pPr>
            <a:lvl8pPr>
              <a:defRPr sz="1350" b="0">
                <a:solidFill>
                  <a:srgbClr val="A6B5C9"/>
                </a:solidFill>
                <a:latin typeface="DejaVu Sans"/>
                <a:ea typeface="DejaVu Sans"/>
                <a:cs typeface="DejaVu Sans"/>
              </a:defRPr>
            </a:lvl8pPr>
            <a:lvl9pPr>
              <a:defRPr sz="1350" b="0">
                <a:solidFill>
                  <a:srgbClr val="A6B5C9"/>
                </a:solidFill>
                <a:latin typeface="DejaVu Sans"/>
                <a:ea typeface="DejaVu Sans"/>
                <a:cs typeface="DejaVu Sans"/>
              </a:defRPr>
            </a:lvl9pPr>
          </a:lstStyle>
          <a:p xmlns:a="http://schemas.openxmlformats.org/drawingml/2006/main">
            <a:pPr>
              <a:defRPr sz="1350" b="0">
                <a:solidFill>
                  <a:srgbClr val="A6B5C9"/>
                </a:solidFill>
                <a:latin typeface="DejaVu Sans"/>
                <a:ea typeface="DejaVu Sans"/>
                <a:cs typeface="DejaVu Sans"/>
              </a:defRPr>
            </a:pPr>
            <a:r>
              <a:rPr sz="1350" b="0">
                <a:solidFill>
                  <a:srgbClr val="A6B5C9"/>
                </a:solidFill>
                <a:latin typeface="DejaVu Sans"/>
                <a:ea typeface="DejaVu Sans"/>
                <a:cs typeface="DejaVu Sans"/>
              </a:rPr>
              <a:t>RELATIVE DEPTH &amp; HANDS-ON FOCUS</a:t>
            </a:r>
          </a:p>
        </p:txBody>
      </p:sp>
      <p:graphicFrame>
        <p:nvGraphicFramePr>
          <p:cNvPr id="4" name="Chart">
            <a:extLst xmlns:a="http://schemas.openxmlformats.org/drawingml/2006/main">
              <a:ext uri="{FF2B5EF4-FFF2-40B4-BE49-F238E27FC236}">
                <a16:creationId xmlns:a16="http://schemas.microsoft.com/office/drawing/2014/main" id="{C2EA113C-5A44-4B08-8099-5CF342442E44}"/>
              </a:ext>
            </a:extLst>
          </p:cNvPr>
          <p:cNvGraphicFramePr/>
          <p:nvPr/>
        </p:nvGraphicFramePr>
        <p:xfrm>
          <a:off xmlns:a="http://schemas.openxmlformats.org/drawingml/2006/main" x="571500" y="1905000"/>
          <a:ext xmlns:a="http://schemas.openxmlformats.org/drawingml/2006/main" cx="10953750" cy="2714625"/>
        </p:xfrm>
        <a:graphic xmlns:a="http://schemas.openxmlformats.org/drawingml/2006/main">
          <a:graphicData uri="http://schemas.openxmlformats.org/drawingml/2006/chart">
            <c:chart xmlns:r="http://schemas.openxmlformats.org/officeDocument/2006/relationships" xmlns:c="http://schemas.openxmlformats.org/drawingml/2006/chart" r:id="R8ada12d1351d49ad"/>
          </a:graphicData>
        </a:graphic>
      </p:graphicFrame>
      <p:sp>
        <p:nvSpPr>
          <p:cNvPr id="5" name="">
            <a:extLst xmlns:a="http://schemas.openxmlformats.org/drawingml/2006/main">
              <a:ext uri="{FF2B5EF4-FFF2-40B4-BE49-F238E27FC236}">
                <a16:creationId xmlns:a16="http://schemas.microsoft.com/office/drawing/2014/main" id="{DD26B633-0E0A-4938-8F51-5B323196B585}"/>
              </a:ext>
            </a:extLst>
          </p:cNvPr>
          <p:cNvSpPr>
            <a:spLocks xmlns:a="http://schemas.openxmlformats.org/drawingml/2006/main" noGrp="1"/>
          </p:cNvSpPr>
          <p:nvPr/>
        </p:nvSpPr>
        <p:spPr>
          <a:xfrm xmlns:a="http://schemas.openxmlformats.org/drawingml/2006/main">
            <a:off x="542925" y="43719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425" b="0">
                <a:solidFill>
                  <a:srgbClr val="DAE4F3"/>
                </a:solidFill>
                <a:latin typeface="DejaVu Sans"/>
                <a:ea typeface="DejaVu Sans"/>
                <a:cs typeface="DejaVu Sans"/>
              </a:defRPr>
            </a:defPPr>
            <a:lvl1pPr algn="ctr">
              <a:defRPr sz="1425" b="0">
                <a:solidFill>
                  <a:srgbClr val="DAE4F3"/>
                </a:solidFill>
                <a:latin typeface="DejaVu Sans"/>
                <a:ea typeface="DejaVu Sans"/>
                <a:cs typeface="DejaVu Sans"/>
              </a:defRPr>
            </a:lvl1pPr>
            <a:lvl2pPr algn="ctr">
              <a:defRPr sz="1425" b="0">
                <a:solidFill>
                  <a:srgbClr val="DAE4F3"/>
                </a:solidFill>
                <a:latin typeface="DejaVu Sans"/>
                <a:ea typeface="DejaVu Sans"/>
                <a:cs typeface="DejaVu Sans"/>
              </a:defRPr>
            </a:lvl2pPr>
            <a:lvl3pPr algn="ctr">
              <a:defRPr sz="1425" b="0">
                <a:solidFill>
                  <a:srgbClr val="DAE4F3"/>
                </a:solidFill>
                <a:latin typeface="DejaVu Sans"/>
                <a:ea typeface="DejaVu Sans"/>
                <a:cs typeface="DejaVu Sans"/>
              </a:defRPr>
            </a:lvl3pPr>
            <a:lvl4pPr algn="ctr">
              <a:defRPr sz="1425" b="0">
                <a:solidFill>
                  <a:srgbClr val="DAE4F3"/>
                </a:solidFill>
                <a:latin typeface="DejaVu Sans"/>
                <a:ea typeface="DejaVu Sans"/>
                <a:cs typeface="DejaVu Sans"/>
              </a:defRPr>
            </a:lvl4pPr>
            <a:lvl5pPr algn="ctr">
              <a:defRPr sz="1425" b="0">
                <a:solidFill>
                  <a:srgbClr val="DAE4F3"/>
                </a:solidFill>
                <a:latin typeface="DejaVu Sans"/>
                <a:ea typeface="DejaVu Sans"/>
                <a:cs typeface="DejaVu Sans"/>
              </a:defRPr>
            </a:lvl5pPr>
            <a:lvl6pPr algn="ctr">
              <a:defRPr sz="1425" b="0">
                <a:solidFill>
                  <a:srgbClr val="DAE4F3"/>
                </a:solidFill>
                <a:latin typeface="DejaVu Sans"/>
                <a:ea typeface="DejaVu Sans"/>
                <a:cs typeface="DejaVu Sans"/>
              </a:defRPr>
            </a:lvl6pPr>
            <a:lvl7pPr algn="ctr">
              <a:defRPr sz="1425" b="0">
                <a:solidFill>
                  <a:srgbClr val="DAE4F3"/>
                </a:solidFill>
                <a:latin typeface="DejaVu Sans"/>
                <a:ea typeface="DejaVu Sans"/>
                <a:cs typeface="DejaVu Sans"/>
              </a:defRPr>
            </a:lvl7pPr>
            <a:lvl8pPr algn="ctr">
              <a:defRPr sz="1425" b="0">
                <a:solidFill>
                  <a:srgbClr val="DAE4F3"/>
                </a:solidFill>
                <a:latin typeface="DejaVu Sans"/>
                <a:ea typeface="DejaVu Sans"/>
                <a:cs typeface="DejaVu Sans"/>
              </a:defRPr>
            </a:lvl8pPr>
            <a:lvl9pPr algn="ctr">
              <a:defRPr sz="1425" b="0">
                <a:solidFill>
                  <a:srgbClr val="DAE4F3"/>
                </a:solidFill>
                <a:latin typeface="DejaVu Sans"/>
                <a:ea typeface="DejaVu Sans"/>
                <a:cs typeface="DejaVu Sans"/>
              </a:defRPr>
            </a:lvl9pPr>
          </a:lstStyle>
          <a:p xmlns:a="http://schemas.openxmlformats.org/drawingml/2006/main">
            <a:pPr algn="ctr">
              <a:defRPr sz="1425" b="0">
                <a:solidFill>
                  <a:srgbClr val="DAE4F3"/>
                </a:solidFill>
                <a:latin typeface="DejaVu Sans"/>
                <a:ea typeface="DejaVu Sans"/>
                <a:cs typeface="DejaVu Sans"/>
              </a:defRPr>
            </a:pPr>
            <a:r>
              <a:rPr sz="1425" b="0">
                <a:solidFill>
                  <a:srgbClr val="DAE4F3"/>
                </a:solidFill>
                <a:latin typeface="DejaVu Sans"/>
                <a:ea typeface="DejaVu Sans"/>
                <a:cs typeface="DejaVu Sans"/>
              </a:rPr>
              <a:t>Optimization</a:t>
            </a:r>
          </a:p>
        </p:txBody>
      </p:sp>
      <p:sp>
        <p:nvSpPr>
          <p:cNvPr id="6" name="">
            <a:extLst xmlns:a="http://schemas.openxmlformats.org/drawingml/2006/main">
              <a:ext uri="{FF2B5EF4-FFF2-40B4-BE49-F238E27FC236}">
                <a16:creationId xmlns:a16="http://schemas.microsoft.com/office/drawing/2014/main" id="{B78DEFEA-B503-4C5A-BDDE-C3A73D5FF4DF}"/>
              </a:ext>
            </a:extLst>
          </p:cNvPr>
          <p:cNvSpPr>
            <a:spLocks xmlns:a="http://schemas.openxmlformats.org/drawingml/2006/main" noGrp="1"/>
          </p:cNvSpPr>
          <p:nvPr/>
        </p:nvSpPr>
        <p:spPr>
          <a:xfrm xmlns:a="http://schemas.openxmlformats.org/drawingml/2006/main">
            <a:off x="1857375" y="43719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425" b="0">
                <a:solidFill>
                  <a:srgbClr val="DAE4F3"/>
                </a:solidFill>
                <a:latin typeface="DejaVu Sans"/>
                <a:ea typeface="DejaVu Sans"/>
                <a:cs typeface="DejaVu Sans"/>
              </a:defRPr>
            </a:defPPr>
            <a:lvl1pPr algn="ctr">
              <a:defRPr sz="1425" b="0">
                <a:solidFill>
                  <a:srgbClr val="DAE4F3"/>
                </a:solidFill>
                <a:latin typeface="DejaVu Sans"/>
                <a:ea typeface="DejaVu Sans"/>
                <a:cs typeface="DejaVu Sans"/>
              </a:defRPr>
            </a:lvl1pPr>
            <a:lvl2pPr algn="ctr">
              <a:defRPr sz="1425" b="0">
                <a:solidFill>
                  <a:srgbClr val="DAE4F3"/>
                </a:solidFill>
                <a:latin typeface="DejaVu Sans"/>
                <a:ea typeface="DejaVu Sans"/>
                <a:cs typeface="DejaVu Sans"/>
              </a:defRPr>
            </a:lvl2pPr>
            <a:lvl3pPr algn="ctr">
              <a:defRPr sz="1425" b="0">
                <a:solidFill>
                  <a:srgbClr val="DAE4F3"/>
                </a:solidFill>
                <a:latin typeface="DejaVu Sans"/>
                <a:ea typeface="DejaVu Sans"/>
                <a:cs typeface="DejaVu Sans"/>
              </a:defRPr>
            </a:lvl3pPr>
            <a:lvl4pPr algn="ctr">
              <a:defRPr sz="1425" b="0">
                <a:solidFill>
                  <a:srgbClr val="DAE4F3"/>
                </a:solidFill>
                <a:latin typeface="DejaVu Sans"/>
                <a:ea typeface="DejaVu Sans"/>
                <a:cs typeface="DejaVu Sans"/>
              </a:defRPr>
            </a:lvl4pPr>
            <a:lvl5pPr algn="ctr">
              <a:defRPr sz="1425" b="0">
                <a:solidFill>
                  <a:srgbClr val="DAE4F3"/>
                </a:solidFill>
                <a:latin typeface="DejaVu Sans"/>
                <a:ea typeface="DejaVu Sans"/>
                <a:cs typeface="DejaVu Sans"/>
              </a:defRPr>
            </a:lvl5pPr>
            <a:lvl6pPr algn="ctr">
              <a:defRPr sz="1425" b="0">
                <a:solidFill>
                  <a:srgbClr val="DAE4F3"/>
                </a:solidFill>
                <a:latin typeface="DejaVu Sans"/>
                <a:ea typeface="DejaVu Sans"/>
                <a:cs typeface="DejaVu Sans"/>
              </a:defRPr>
            </a:lvl6pPr>
            <a:lvl7pPr algn="ctr">
              <a:defRPr sz="1425" b="0">
                <a:solidFill>
                  <a:srgbClr val="DAE4F3"/>
                </a:solidFill>
                <a:latin typeface="DejaVu Sans"/>
                <a:ea typeface="DejaVu Sans"/>
                <a:cs typeface="DejaVu Sans"/>
              </a:defRPr>
            </a:lvl7pPr>
            <a:lvl8pPr algn="ctr">
              <a:defRPr sz="1425" b="0">
                <a:solidFill>
                  <a:srgbClr val="DAE4F3"/>
                </a:solidFill>
                <a:latin typeface="DejaVu Sans"/>
                <a:ea typeface="DejaVu Sans"/>
                <a:cs typeface="DejaVu Sans"/>
              </a:defRPr>
            </a:lvl8pPr>
            <a:lvl9pPr algn="ctr">
              <a:defRPr sz="1425" b="0">
                <a:solidFill>
                  <a:srgbClr val="DAE4F3"/>
                </a:solidFill>
                <a:latin typeface="DejaVu Sans"/>
                <a:ea typeface="DejaVu Sans"/>
                <a:cs typeface="DejaVu Sans"/>
              </a:defRPr>
            </a:lvl9pPr>
          </a:lstStyle>
          <a:p xmlns:a="http://schemas.openxmlformats.org/drawingml/2006/main">
            <a:pPr algn="ctr">
              <a:defRPr sz="1425" b="0">
                <a:solidFill>
                  <a:srgbClr val="DAE4F3"/>
                </a:solidFill>
                <a:latin typeface="DejaVu Sans"/>
                <a:ea typeface="DejaVu Sans"/>
                <a:cs typeface="DejaVu Sans"/>
              </a:defRPr>
            </a:pPr>
            <a:r>
              <a:rPr sz="1425" b="0">
                <a:solidFill>
                  <a:srgbClr val="DAE4F3"/>
                </a:solidFill>
                <a:latin typeface="DejaVu Sans"/>
                <a:ea typeface="DejaVu Sans"/>
                <a:cs typeface="DejaVu Sans"/>
              </a:rPr>
              <a:t>Graph AI</a:t>
            </a:r>
          </a:p>
        </p:txBody>
      </p:sp>
      <p:sp>
        <p:nvSpPr>
          <p:cNvPr id="7" name="">
            <a:extLst xmlns:a="http://schemas.openxmlformats.org/drawingml/2006/main">
              <a:ext uri="{FF2B5EF4-FFF2-40B4-BE49-F238E27FC236}">
                <a16:creationId xmlns:a16="http://schemas.microsoft.com/office/drawing/2014/main" id="{471CE295-7E68-48B0-B317-D437CA94906C}"/>
              </a:ext>
            </a:extLst>
          </p:cNvPr>
          <p:cNvSpPr>
            <a:spLocks xmlns:a="http://schemas.openxmlformats.org/drawingml/2006/main" noGrp="1"/>
          </p:cNvSpPr>
          <p:nvPr/>
        </p:nvSpPr>
        <p:spPr>
          <a:xfrm xmlns:a="http://schemas.openxmlformats.org/drawingml/2006/main">
            <a:off x="4486275" y="43719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425" b="0">
                <a:solidFill>
                  <a:srgbClr val="DAE4F3"/>
                </a:solidFill>
                <a:latin typeface="DejaVu Sans"/>
                <a:ea typeface="DejaVu Sans"/>
                <a:cs typeface="DejaVu Sans"/>
              </a:defRPr>
            </a:defPPr>
            <a:lvl1pPr algn="ctr">
              <a:defRPr sz="1425" b="0">
                <a:solidFill>
                  <a:srgbClr val="DAE4F3"/>
                </a:solidFill>
                <a:latin typeface="DejaVu Sans"/>
                <a:ea typeface="DejaVu Sans"/>
                <a:cs typeface="DejaVu Sans"/>
              </a:defRPr>
            </a:lvl1pPr>
            <a:lvl2pPr algn="ctr">
              <a:defRPr sz="1425" b="0">
                <a:solidFill>
                  <a:srgbClr val="DAE4F3"/>
                </a:solidFill>
                <a:latin typeface="DejaVu Sans"/>
                <a:ea typeface="DejaVu Sans"/>
                <a:cs typeface="DejaVu Sans"/>
              </a:defRPr>
            </a:lvl2pPr>
            <a:lvl3pPr algn="ctr">
              <a:defRPr sz="1425" b="0">
                <a:solidFill>
                  <a:srgbClr val="DAE4F3"/>
                </a:solidFill>
                <a:latin typeface="DejaVu Sans"/>
                <a:ea typeface="DejaVu Sans"/>
                <a:cs typeface="DejaVu Sans"/>
              </a:defRPr>
            </a:lvl3pPr>
            <a:lvl4pPr algn="ctr">
              <a:defRPr sz="1425" b="0">
                <a:solidFill>
                  <a:srgbClr val="DAE4F3"/>
                </a:solidFill>
                <a:latin typeface="DejaVu Sans"/>
                <a:ea typeface="DejaVu Sans"/>
                <a:cs typeface="DejaVu Sans"/>
              </a:defRPr>
            </a:lvl4pPr>
            <a:lvl5pPr algn="ctr">
              <a:defRPr sz="1425" b="0">
                <a:solidFill>
                  <a:srgbClr val="DAE4F3"/>
                </a:solidFill>
                <a:latin typeface="DejaVu Sans"/>
                <a:ea typeface="DejaVu Sans"/>
                <a:cs typeface="DejaVu Sans"/>
              </a:defRPr>
            </a:lvl5pPr>
            <a:lvl6pPr algn="ctr">
              <a:defRPr sz="1425" b="0">
                <a:solidFill>
                  <a:srgbClr val="DAE4F3"/>
                </a:solidFill>
                <a:latin typeface="DejaVu Sans"/>
                <a:ea typeface="DejaVu Sans"/>
                <a:cs typeface="DejaVu Sans"/>
              </a:defRPr>
            </a:lvl6pPr>
            <a:lvl7pPr algn="ctr">
              <a:defRPr sz="1425" b="0">
                <a:solidFill>
                  <a:srgbClr val="DAE4F3"/>
                </a:solidFill>
                <a:latin typeface="DejaVu Sans"/>
                <a:ea typeface="DejaVu Sans"/>
                <a:cs typeface="DejaVu Sans"/>
              </a:defRPr>
            </a:lvl7pPr>
            <a:lvl8pPr algn="ctr">
              <a:defRPr sz="1425" b="0">
                <a:solidFill>
                  <a:srgbClr val="DAE4F3"/>
                </a:solidFill>
                <a:latin typeface="DejaVu Sans"/>
                <a:ea typeface="DejaVu Sans"/>
                <a:cs typeface="DejaVu Sans"/>
              </a:defRPr>
            </a:lvl8pPr>
            <a:lvl9pPr algn="ctr">
              <a:defRPr sz="1425" b="0">
                <a:solidFill>
                  <a:srgbClr val="DAE4F3"/>
                </a:solidFill>
                <a:latin typeface="DejaVu Sans"/>
                <a:ea typeface="DejaVu Sans"/>
                <a:cs typeface="DejaVu Sans"/>
              </a:defRPr>
            </a:lvl9pPr>
          </a:lstStyle>
          <a:p xmlns:a="http://schemas.openxmlformats.org/drawingml/2006/main">
            <a:pPr algn="ctr">
              <a:defRPr sz="1425" b="0">
                <a:solidFill>
                  <a:srgbClr val="DAE4F3"/>
                </a:solidFill>
                <a:latin typeface="DejaVu Sans"/>
                <a:ea typeface="DejaVu Sans"/>
                <a:cs typeface="DejaVu Sans"/>
              </a:defRPr>
            </a:pPr>
            <a:r>
              <a:rPr sz="1425" b="0">
                <a:solidFill>
                  <a:srgbClr val="DAE4F3"/>
                </a:solidFill>
                <a:latin typeface="DejaVu Sans"/>
                <a:ea typeface="DejaVu Sans"/>
                <a:cs typeface="DejaVu Sans"/>
              </a:rPr>
              <a:t>Post-training</a:t>
            </a:r>
          </a:p>
        </p:txBody>
      </p:sp>
      <p:sp>
        <p:nvSpPr>
          <p:cNvPr id="8" name="">
            <a:extLst xmlns:a="http://schemas.openxmlformats.org/drawingml/2006/main">
              <a:ext uri="{FF2B5EF4-FFF2-40B4-BE49-F238E27FC236}">
                <a16:creationId xmlns:a16="http://schemas.microsoft.com/office/drawing/2014/main" id="{58BE0BEF-6A13-4CBB-948A-E8300596E4AA}"/>
              </a:ext>
            </a:extLst>
          </p:cNvPr>
          <p:cNvSpPr>
            <a:spLocks xmlns:a="http://schemas.openxmlformats.org/drawingml/2006/main" noGrp="1"/>
          </p:cNvSpPr>
          <p:nvPr/>
        </p:nvSpPr>
        <p:spPr>
          <a:xfrm xmlns:a="http://schemas.openxmlformats.org/drawingml/2006/main">
            <a:off x="5800725" y="43719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425" b="0">
                <a:solidFill>
                  <a:srgbClr val="DAE4F3"/>
                </a:solidFill>
                <a:latin typeface="DejaVu Sans"/>
                <a:ea typeface="DejaVu Sans"/>
                <a:cs typeface="DejaVu Sans"/>
              </a:defRPr>
            </a:defPPr>
            <a:lvl1pPr algn="ctr">
              <a:defRPr sz="1425" b="0">
                <a:solidFill>
                  <a:srgbClr val="DAE4F3"/>
                </a:solidFill>
                <a:latin typeface="DejaVu Sans"/>
                <a:ea typeface="DejaVu Sans"/>
                <a:cs typeface="DejaVu Sans"/>
              </a:defRPr>
            </a:lvl1pPr>
            <a:lvl2pPr algn="ctr">
              <a:defRPr sz="1425" b="0">
                <a:solidFill>
                  <a:srgbClr val="DAE4F3"/>
                </a:solidFill>
                <a:latin typeface="DejaVu Sans"/>
                <a:ea typeface="DejaVu Sans"/>
                <a:cs typeface="DejaVu Sans"/>
              </a:defRPr>
            </a:lvl2pPr>
            <a:lvl3pPr algn="ctr">
              <a:defRPr sz="1425" b="0">
                <a:solidFill>
                  <a:srgbClr val="DAE4F3"/>
                </a:solidFill>
                <a:latin typeface="DejaVu Sans"/>
                <a:ea typeface="DejaVu Sans"/>
                <a:cs typeface="DejaVu Sans"/>
              </a:defRPr>
            </a:lvl3pPr>
            <a:lvl4pPr algn="ctr">
              <a:defRPr sz="1425" b="0">
                <a:solidFill>
                  <a:srgbClr val="DAE4F3"/>
                </a:solidFill>
                <a:latin typeface="DejaVu Sans"/>
                <a:ea typeface="DejaVu Sans"/>
                <a:cs typeface="DejaVu Sans"/>
              </a:defRPr>
            </a:lvl4pPr>
            <a:lvl5pPr algn="ctr">
              <a:defRPr sz="1425" b="0">
                <a:solidFill>
                  <a:srgbClr val="DAE4F3"/>
                </a:solidFill>
                <a:latin typeface="DejaVu Sans"/>
                <a:ea typeface="DejaVu Sans"/>
                <a:cs typeface="DejaVu Sans"/>
              </a:defRPr>
            </a:lvl5pPr>
            <a:lvl6pPr algn="ctr">
              <a:defRPr sz="1425" b="0">
                <a:solidFill>
                  <a:srgbClr val="DAE4F3"/>
                </a:solidFill>
                <a:latin typeface="DejaVu Sans"/>
                <a:ea typeface="DejaVu Sans"/>
                <a:cs typeface="DejaVu Sans"/>
              </a:defRPr>
            </a:lvl6pPr>
            <a:lvl7pPr algn="ctr">
              <a:defRPr sz="1425" b="0">
                <a:solidFill>
                  <a:srgbClr val="DAE4F3"/>
                </a:solidFill>
                <a:latin typeface="DejaVu Sans"/>
                <a:ea typeface="DejaVu Sans"/>
                <a:cs typeface="DejaVu Sans"/>
              </a:defRPr>
            </a:lvl7pPr>
            <a:lvl8pPr algn="ctr">
              <a:defRPr sz="1425" b="0">
                <a:solidFill>
                  <a:srgbClr val="DAE4F3"/>
                </a:solidFill>
                <a:latin typeface="DejaVu Sans"/>
                <a:ea typeface="DejaVu Sans"/>
                <a:cs typeface="DejaVu Sans"/>
              </a:defRPr>
            </a:lvl8pPr>
            <a:lvl9pPr algn="ctr">
              <a:defRPr sz="1425" b="0">
                <a:solidFill>
                  <a:srgbClr val="DAE4F3"/>
                </a:solidFill>
                <a:latin typeface="DejaVu Sans"/>
                <a:ea typeface="DejaVu Sans"/>
                <a:cs typeface="DejaVu Sans"/>
              </a:defRPr>
            </a:lvl9pPr>
          </a:lstStyle>
          <a:p xmlns:a="http://schemas.openxmlformats.org/drawingml/2006/main">
            <a:pPr algn="ctr">
              <a:defRPr sz="1425" b="0">
                <a:solidFill>
                  <a:srgbClr val="DAE4F3"/>
                </a:solidFill>
                <a:latin typeface="DejaVu Sans"/>
                <a:ea typeface="DejaVu Sans"/>
                <a:cs typeface="DejaVu Sans"/>
              </a:defRPr>
            </a:pPr>
            <a:r>
              <a:rPr sz="1425" b="0">
                <a:solidFill>
                  <a:srgbClr val="DAE4F3"/>
                </a:solidFill>
                <a:latin typeface="DejaVu Sans"/>
                <a:ea typeface="DejaVu Sans"/>
                <a:cs typeface="DejaVu Sans"/>
              </a:rPr>
              <a:t>Multimodal</a:t>
            </a:r>
          </a:p>
        </p:txBody>
      </p:sp>
      <p:sp>
        <p:nvSpPr>
          <p:cNvPr id="9" name="">
            <a:extLst xmlns:a="http://schemas.openxmlformats.org/drawingml/2006/main">
              <a:ext uri="{FF2B5EF4-FFF2-40B4-BE49-F238E27FC236}">
                <a16:creationId xmlns:a16="http://schemas.microsoft.com/office/drawing/2014/main" id="{489834BA-BFEB-4FCD-B1C4-08BFF7CCB50B}"/>
              </a:ext>
            </a:extLst>
          </p:cNvPr>
          <p:cNvSpPr>
            <a:spLocks xmlns:a="http://schemas.openxmlformats.org/drawingml/2006/main" noGrp="1"/>
          </p:cNvSpPr>
          <p:nvPr/>
        </p:nvSpPr>
        <p:spPr>
          <a:xfrm xmlns:a="http://schemas.openxmlformats.org/drawingml/2006/main">
            <a:off x="7115175" y="43719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425" b="0">
                <a:solidFill>
                  <a:srgbClr val="DAE4F3"/>
                </a:solidFill>
                <a:latin typeface="DejaVu Sans"/>
                <a:ea typeface="DejaVu Sans"/>
                <a:cs typeface="DejaVu Sans"/>
              </a:defRPr>
            </a:defPPr>
            <a:lvl1pPr algn="ctr">
              <a:defRPr sz="1425" b="0">
                <a:solidFill>
                  <a:srgbClr val="DAE4F3"/>
                </a:solidFill>
                <a:latin typeface="DejaVu Sans"/>
                <a:ea typeface="DejaVu Sans"/>
                <a:cs typeface="DejaVu Sans"/>
              </a:defRPr>
            </a:lvl1pPr>
            <a:lvl2pPr algn="ctr">
              <a:defRPr sz="1425" b="0">
                <a:solidFill>
                  <a:srgbClr val="DAE4F3"/>
                </a:solidFill>
                <a:latin typeface="DejaVu Sans"/>
                <a:ea typeface="DejaVu Sans"/>
                <a:cs typeface="DejaVu Sans"/>
              </a:defRPr>
            </a:lvl2pPr>
            <a:lvl3pPr algn="ctr">
              <a:defRPr sz="1425" b="0">
                <a:solidFill>
                  <a:srgbClr val="DAE4F3"/>
                </a:solidFill>
                <a:latin typeface="DejaVu Sans"/>
                <a:ea typeface="DejaVu Sans"/>
                <a:cs typeface="DejaVu Sans"/>
              </a:defRPr>
            </a:lvl3pPr>
            <a:lvl4pPr algn="ctr">
              <a:defRPr sz="1425" b="0">
                <a:solidFill>
                  <a:srgbClr val="DAE4F3"/>
                </a:solidFill>
                <a:latin typeface="DejaVu Sans"/>
                <a:ea typeface="DejaVu Sans"/>
                <a:cs typeface="DejaVu Sans"/>
              </a:defRPr>
            </a:lvl4pPr>
            <a:lvl5pPr algn="ctr">
              <a:defRPr sz="1425" b="0">
                <a:solidFill>
                  <a:srgbClr val="DAE4F3"/>
                </a:solidFill>
                <a:latin typeface="DejaVu Sans"/>
                <a:ea typeface="DejaVu Sans"/>
                <a:cs typeface="DejaVu Sans"/>
              </a:defRPr>
            </a:lvl5pPr>
            <a:lvl6pPr algn="ctr">
              <a:defRPr sz="1425" b="0">
                <a:solidFill>
                  <a:srgbClr val="DAE4F3"/>
                </a:solidFill>
                <a:latin typeface="DejaVu Sans"/>
                <a:ea typeface="DejaVu Sans"/>
                <a:cs typeface="DejaVu Sans"/>
              </a:defRPr>
            </a:lvl6pPr>
            <a:lvl7pPr algn="ctr">
              <a:defRPr sz="1425" b="0">
                <a:solidFill>
                  <a:srgbClr val="DAE4F3"/>
                </a:solidFill>
                <a:latin typeface="DejaVu Sans"/>
                <a:ea typeface="DejaVu Sans"/>
                <a:cs typeface="DejaVu Sans"/>
              </a:defRPr>
            </a:lvl7pPr>
            <a:lvl8pPr algn="ctr">
              <a:defRPr sz="1425" b="0">
                <a:solidFill>
                  <a:srgbClr val="DAE4F3"/>
                </a:solidFill>
                <a:latin typeface="DejaVu Sans"/>
                <a:ea typeface="DejaVu Sans"/>
                <a:cs typeface="DejaVu Sans"/>
              </a:defRPr>
            </a:lvl8pPr>
            <a:lvl9pPr algn="ctr">
              <a:defRPr sz="1425" b="0">
                <a:solidFill>
                  <a:srgbClr val="DAE4F3"/>
                </a:solidFill>
                <a:latin typeface="DejaVu Sans"/>
                <a:ea typeface="DejaVu Sans"/>
                <a:cs typeface="DejaVu Sans"/>
              </a:defRPr>
            </a:lvl9pPr>
          </a:lstStyle>
          <a:p xmlns:a="http://schemas.openxmlformats.org/drawingml/2006/main">
            <a:pPr algn="ctr">
              <a:defRPr sz="1425" b="0">
                <a:solidFill>
                  <a:srgbClr val="DAE4F3"/>
                </a:solidFill>
                <a:latin typeface="DejaVu Sans"/>
                <a:ea typeface="DejaVu Sans"/>
                <a:cs typeface="DejaVu Sans"/>
              </a:defRPr>
            </a:pPr>
            <a:r>
              <a:rPr sz="1425" b="0">
                <a:solidFill>
                  <a:srgbClr val="DAE4F3"/>
                </a:solidFill>
                <a:latin typeface="DejaVu Sans"/>
                <a:ea typeface="DejaVu Sans"/>
                <a:cs typeface="DejaVu Sans"/>
              </a:rPr>
              <a:t>Classical ML</a:t>
            </a:r>
          </a:p>
        </p:txBody>
      </p:sp>
      <p:sp>
        <p:nvSpPr>
          <p:cNvPr id="10" name="">
            <a:extLst xmlns:a="http://schemas.openxmlformats.org/drawingml/2006/main">
              <a:ext uri="{FF2B5EF4-FFF2-40B4-BE49-F238E27FC236}">
                <a16:creationId xmlns:a16="http://schemas.microsoft.com/office/drawing/2014/main" id="{EB6B26B4-F417-473D-98AC-9CD1580AC5E7}"/>
              </a:ext>
            </a:extLst>
          </p:cNvPr>
          <p:cNvSpPr>
            <a:spLocks xmlns:a="http://schemas.openxmlformats.org/drawingml/2006/main" noGrp="1"/>
          </p:cNvSpPr>
          <p:nvPr/>
        </p:nvSpPr>
        <p:spPr>
          <a:xfrm xmlns:a="http://schemas.openxmlformats.org/drawingml/2006/main">
            <a:off x="9744075" y="43719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ctr">
              <a:defRPr sz="1425" b="0">
                <a:solidFill>
                  <a:srgbClr val="DAE4F3"/>
                </a:solidFill>
                <a:latin typeface="DejaVu Sans"/>
                <a:ea typeface="DejaVu Sans"/>
                <a:cs typeface="DejaVu Sans"/>
              </a:defRPr>
            </a:defPPr>
            <a:lvl1pPr algn="ctr">
              <a:defRPr sz="1425" b="0">
                <a:solidFill>
                  <a:srgbClr val="DAE4F3"/>
                </a:solidFill>
                <a:latin typeface="DejaVu Sans"/>
                <a:ea typeface="DejaVu Sans"/>
                <a:cs typeface="DejaVu Sans"/>
              </a:defRPr>
            </a:lvl1pPr>
            <a:lvl2pPr algn="ctr">
              <a:defRPr sz="1425" b="0">
                <a:solidFill>
                  <a:srgbClr val="DAE4F3"/>
                </a:solidFill>
                <a:latin typeface="DejaVu Sans"/>
                <a:ea typeface="DejaVu Sans"/>
                <a:cs typeface="DejaVu Sans"/>
              </a:defRPr>
            </a:lvl2pPr>
            <a:lvl3pPr algn="ctr">
              <a:defRPr sz="1425" b="0">
                <a:solidFill>
                  <a:srgbClr val="DAE4F3"/>
                </a:solidFill>
                <a:latin typeface="DejaVu Sans"/>
                <a:ea typeface="DejaVu Sans"/>
                <a:cs typeface="DejaVu Sans"/>
              </a:defRPr>
            </a:lvl3pPr>
            <a:lvl4pPr algn="ctr">
              <a:defRPr sz="1425" b="0">
                <a:solidFill>
                  <a:srgbClr val="DAE4F3"/>
                </a:solidFill>
                <a:latin typeface="DejaVu Sans"/>
                <a:ea typeface="DejaVu Sans"/>
                <a:cs typeface="DejaVu Sans"/>
              </a:defRPr>
            </a:lvl4pPr>
            <a:lvl5pPr algn="ctr">
              <a:defRPr sz="1425" b="0">
                <a:solidFill>
                  <a:srgbClr val="DAE4F3"/>
                </a:solidFill>
                <a:latin typeface="DejaVu Sans"/>
                <a:ea typeface="DejaVu Sans"/>
                <a:cs typeface="DejaVu Sans"/>
              </a:defRPr>
            </a:lvl5pPr>
            <a:lvl6pPr algn="ctr">
              <a:defRPr sz="1425" b="0">
                <a:solidFill>
                  <a:srgbClr val="DAE4F3"/>
                </a:solidFill>
                <a:latin typeface="DejaVu Sans"/>
                <a:ea typeface="DejaVu Sans"/>
                <a:cs typeface="DejaVu Sans"/>
              </a:defRPr>
            </a:lvl6pPr>
            <a:lvl7pPr algn="ctr">
              <a:defRPr sz="1425" b="0">
                <a:solidFill>
                  <a:srgbClr val="DAE4F3"/>
                </a:solidFill>
                <a:latin typeface="DejaVu Sans"/>
                <a:ea typeface="DejaVu Sans"/>
                <a:cs typeface="DejaVu Sans"/>
              </a:defRPr>
            </a:lvl7pPr>
            <a:lvl8pPr algn="ctr">
              <a:defRPr sz="1425" b="0">
                <a:solidFill>
                  <a:srgbClr val="DAE4F3"/>
                </a:solidFill>
                <a:latin typeface="DejaVu Sans"/>
                <a:ea typeface="DejaVu Sans"/>
                <a:cs typeface="DejaVu Sans"/>
              </a:defRPr>
            </a:lvl8pPr>
            <a:lvl9pPr algn="ctr">
              <a:defRPr sz="1425" b="0">
                <a:solidFill>
                  <a:srgbClr val="DAE4F3"/>
                </a:solidFill>
                <a:latin typeface="DejaVu Sans"/>
                <a:ea typeface="DejaVu Sans"/>
                <a:cs typeface="DejaVu Sans"/>
              </a:defRPr>
            </a:lvl9pPr>
          </a:lstStyle>
          <a:p xmlns:a="http://schemas.openxmlformats.org/drawingml/2006/main">
            <a:pPr algn="ctr">
              <a:defRPr sz="1425" b="0">
                <a:solidFill>
                  <a:srgbClr val="DAE4F3"/>
                </a:solidFill>
                <a:latin typeface="DejaVu Sans"/>
                <a:ea typeface="DejaVu Sans"/>
                <a:cs typeface="DejaVu Sans"/>
              </a:defRPr>
            </a:pPr>
            <a:r>
              <a:rPr sz="1425" b="0">
                <a:solidFill>
                  <a:srgbClr val="DAE4F3"/>
                </a:solidFill>
                <a:latin typeface="DejaVu Sans"/>
                <a:ea typeface="DejaVu Sans"/>
                <a:cs typeface="DejaVu Sans"/>
              </a:rPr>
              <a:t>Agentic AI</a:t>
            </a:r>
          </a:p>
        </p:txBody>
      </p:sp>
      <p:sp>
        <p:nvSpPr>
          <p:cNvPr id="11" name="">
            <a:extLst xmlns:a="http://schemas.openxmlformats.org/drawingml/2006/main">
              <a:ext uri="{FF2B5EF4-FFF2-40B4-BE49-F238E27FC236}">
                <a16:creationId xmlns:a16="http://schemas.microsoft.com/office/drawing/2014/main" id="{24373858-C982-40D6-A0BA-E6EB78C1A79E}"/>
              </a:ext>
            </a:extLst>
          </p:cNvPr>
          <p:cNvSpPr>
            <a:spLocks xmlns:a="http://schemas.openxmlformats.org/drawingml/2006/main" noGrp="1"/>
          </p:cNvSpPr>
          <p:nvPr/>
        </p:nvSpPr>
        <p:spPr>
          <a:xfrm xmlns:a="http://schemas.openxmlformats.org/drawingml/2006/main">
            <a:off x="514350" y="4695825"/>
            <a:ext cx="110490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1">
                <a:solidFill>
                  <a:srgbClr val="F2F5FC"/>
                </a:solidFill>
                <a:latin typeface="DejaVu Sans"/>
                <a:ea typeface="DejaVu Sans"/>
                <a:cs typeface="DejaVu Sans"/>
              </a:defRPr>
            </a:defPPr>
            <a:lvl1pPr>
              <a:defRPr sz="2025" b="1">
                <a:solidFill>
                  <a:srgbClr val="F2F5FC"/>
                </a:solidFill>
                <a:latin typeface="DejaVu Sans"/>
                <a:ea typeface="DejaVu Sans"/>
                <a:cs typeface="DejaVu Sans"/>
              </a:defRPr>
            </a:lvl1pPr>
            <a:lvl2pPr>
              <a:defRPr sz="2025" b="1">
                <a:solidFill>
                  <a:srgbClr val="F2F5FC"/>
                </a:solidFill>
                <a:latin typeface="DejaVu Sans"/>
                <a:ea typeface="DejaVu Sans"/>
                <a:cs typeface="DejaVu Sans"/>
              </a:defRPr>
            </a:lvl2pPr>
            <a:lvl3pPr>
              <a:defRPr sz="2025" b="1">
                <a:solidFill>
                  <a:srgbClr val="F2F5FC"/>
                </a:solidFill>
                <a:latin typeface="DejaVu Sans"/>
                <a:ea typeface="DejaVu Sans"/>
                <a:cs typeface="DejaVu Sans"/>
              </a:defRPr>
            </a:lvl3pPr>
            <a:lvl4pPr>
              <a:defRPr sz="2025" b="1">
                <a:solidFill>
                  <a:srgbClr val="F2F5FC"/>
                </a:solidFill>
                <a:latin typeface="DejaVu Sans"/>
                <a:ea typeface="DejaVu Sans"/>
                <a:cs typeface="DejaVu Sans"/>
              </a:defRPr>
            </a:lvl4pPr>
            <a:lvl5pPr>
              <a:defRPr sz="2025" b="1">
                <a:solidFill>
                  <a:srgbClr val="F2F5FC"/>
                </a:solidFill>
                <a:latin typeface="DejaVu Sans"/>
                <a:ea typeface="DejaVu Sans"/>
                <a:cs typeface="DejaVu Sans"/>
              </a:defRPr>
            </a:lvl5pPr>
            <a:lvl6pPr>
              <a:defRPr sz="2025" b="1">
                <a:solidFill>
                  <a:srgbClr val="F2F5FC"/>
                </a:solidFill>
                <a:latin typeface="DejaVu Sans"/>
                <a:ea typeface="DejaVu Sans"/>
                <a:cs typeface="DejaVu Sans"/>
              </a:defRPr>
            </a:lvl6pPr>
            <a:lvl7pPr>
              <a:defRPr sz="2025" b="1">
                <a:solidFill>
                  <a:srgbClr val="F2F5FC"/>
                </a:solidFill>
                <a:latin typeface="DejaVu Sans"/>
                <a:ea typeface="DejaVu Sans"/>
                <a:cs typeface="DejaVu Sans"/>
              </a:defRPr>
            </a:lvl7pPr>
            <a:lvl8pPr>
              <a:defRPr sz="2025" b="1">
                <a:solidFill>
                  <a:srgbClr val="F2F5FC"/>
                </a:solidFill>
                <a:latin typeface="DejaVu Sans"/>
                <a:ea typeface="DejaVu Sans"/>
                <a:cs typeface="DejaVu Sans"/>
              </a:defRPr>
            </a:lvl8pPr>
            <a:lvl9pPr>
              <a:defRPr sz="2025" b="1">
                <a:solidFill>
                  <a:srgbClr val="F2F5FC"/>
                </a:solidFill>
                <a:latin typeface="DejaVu Sans"/>
                <a:ea typeface="DejaVu Sans"/>
                <a:cs typeface="DejaVu Sans"/>
              </a:defRPr>
            </a:lvl9pPr>
          </a:lstStyle>
          <a:p xmlns:a="http://schemas.openxmlformats.org/drawingml/2006/main">
            <a:pPr>
              <a:defRPr sz="2025" b="1">
                <a:solidFill>
                  <a:srgbClr val="F2F5FC"/>
                </a:solidFill>
                <a:latin typeface="DejaVu Sans"/>
                <a:ea typeface="DejaVu Sans"/>
                <a:cs typeface="DejaVu Sans"/>
              </a:defRPr>
            </a:pPr>
            <a:r>
              <a:rPr sz="2025" b="1">
                <a:solidFill>
                  <a:srgbClr val="F2F5FC"/>
                </a:solidFill>
                <a:latin typeface="DejaVu Sans"/>
                <a:ea typeface="DejaVu Sans"/>
                <a:cs typeface="DejaVu Sans"/>
              </a:rPr>
              <a:t>Two deep specialisations with broad supporting skills</a:t>
            </a:r>
          </a:p>
        </p:txBody>
      </p:sp>
      <p:sp>
        <p:nvSpPr>
          <p:cNvPr id="12" name="">
            <a:extLst xmlns:a="http://schemas.openxmlformats.org/drawingml/2006/main">
              <a:ext uri="{FF2B5EF4-FFF2-40B4-BE49-F238E27FC236}">
                <a16:creationId xmlns:a16="http://schemas.microsoft.com/office/drawing/2014/main" id="{B23734EE-77AD-484D-89A5-41B0381E9C36}"/>
              </a:ext>
            </a:extLst>
          </p:cNvPr>
          <p:cNvSpPr>
            <a:spLocks xmlns:a="http://schemas.openxmlformats.org/drawingml/2006/main" noGrp="1"/>
          </p:cNvSpPr>
          <p:nvPr/>
        </p:nvSpPr>
        <p:spPr>
          <a:xfrm xmlns:a="http://schemas.openxmlformats.org/drawingml/2006/main">
            <a:off x="514350" y="5248275"/>
            <a:ext cx="18002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1">
                <a:solidFill>
                  <a:srgbClr val="78DDD0"/>
                </a:solidFill>
                <a:latin typeface="DejaVu Sans"/>
                <a:ea typeface="DejaVu Sans"/>
                <a:cs typeface="DejaVu Sans"/>
              </a:defRPr>
            </a:defPPr>
            <a:lvl1pPr>
              <a:defRPr sz="1575" b="1">
                <a:solidFill>
                  <a:srgbClr val="78DDD0"/>
                </a:solidFill>
                <a:latin typeface="DejaVu Sans"/>
                <a:ea typeface="DejaVu Sans"/>
                <a:cs typeface="DejaVu Sans"/>
              </a:defRPr>
            </a:lvl1pPr>
            <a:lvl2pPr>
              <a:defRPr sz="1575" b="1">
                <a:solidFill>
                  <a:srgbClr val="78DDD0"/>
                </a:solidFill>
                <a:latin typeface="DejaVu Sans"/>
                <a:ea typeface="DejaVu Sans"/>
                <a:cs typeface="DejaVu Sans"/>
              </a:defRPr>
            </a:lvl2pPr>
            <a:lvl3pPr>
              <a:defRPr sz="1575" b="1">
                <a:solidFill>
                  <a:srgbClr val="78DDD0"/>
                </a:solidFill>
                <a:latin typeface="DejaVu Sans"/>
                <a:ea typeface="DejaVu Sans"/>
                <a:cs typeface="DejaVu Sans"/>
              </a:defRPr>
            </a:lvl3pPr>
            <a:lvl4pPr>
              <a:defRPr sz="1575" b="1">
                <a:solidFill>
                  <a:srgbClr val="78DDD0"/>
                </a:solidFill>
                <a:latin typeface="DejaVu Sans"/>
                <a:ea typeface="DejaVu Sans"/>
                <a:cs typeface="DejaVu Sans"/>
              </a:defRPr>
            </a:lvl4pPr>
            <a:lvl5pPr>
              <a:defRPr sz="1575" b="1">
                <a:solidFill>
                  <a:srgbClr val="78DDD0"/>
                </a:solidFill>
                <a:latin typeface="DejaVu Sans"/>
                <a:ea typeface="DejaVu Sans"/>
                <a:cs typeface="DejaVu Sans"/>
              </a:defRPr>
            </a:lvl5pPr>
            <a:lvl6pPr>
              <a:defRPr sz="1575" b="1">
                <a:solidFill>
                  <a:srgbClr val="78DDD0"/>
                </a:solidFill>
                <a:latin typeface="DejaVu Sans"/>
                <a:ea typeface="DejaVu Sans"/>
                <a:cs typeface="DejaVu Sans"/>
              </a:defRPr>
            </a:lvl6pPr>
            <a:lvl7pPr>
              <a:defRPr sz="1575" b="1">
                <a:solidFill>
                  <a:srgbClr val="78DDD0"/>
                </a:solidFill>
                <a:latin typeface="DejaVu Sans"/>
                <a:ea typeface="DejaVu Sans"/>
                <a:cs typeface="DejaVu Sans"/>
              </a:defRPr>
            </a:lvl7pPr>
            <a:lvl8pPr>
              <a:defRPr sz="1575" b="1">
                <a:solidFill>
                  <a:srgbClr val="78DDD0"/>
                </a:solidFill>
                <a:latin typeface="DejaVu Sans"/>
                <a:ea typeface="DejaVu Sans"/>
                <a:cs typeface="DejaVu Sans"/>
              </a:defRPr>
            </a:lvl8pPr>
            <a:lvl9pPr>
              <a:defRPr sz="1575" b="1">
                <a:solidFill>
                  <a:srgbClr val="78DDD0"/>
                </a:solidFill>
                <a:latin typeface="DejaVu Sans"/>
                <a:ea typeface="DejaVu Sans"/>
                <a:cs typeface="DejaVu Sans"/>
              </a:defRPr>
            </a:lvl9pPr>
          </a:lstStyle>
          <a:p xmlns:a="http://schemas.openxmlformats.org/drawingml/2006/main">
            <a:pPr>
              <a:defRPr sz="1575" b="1">
                <a:solidFill>
                  <a:srgbClr val="78DDD0"/>
                </a:solidFill>
                <a:latin typeface="DejaVu Sans"/>
                <a:ea typeface="DejaVu Sans"/>
                <a:cs typeface="DejaVu Sans"/>
              </a:defRPr>
            </a:pPr>
            <a:r>
              <a:rPr sz="1575" b="1">
                <a:solidFill>
                  <a:srgbClr val="78DDD0"/>
                </a:solidFill>
                <a:latin typeface="DejaVu Sans"/>
                <a:ea typeface="DejaVu Sans"/>
                <a:cs typeface="DejaVu Sans"/>
              </a:rPr>
              <a:t>Optimization</a:t>
            </a:r>
          </a:p>
        </p:txBody>
      </p:sp>
      <p:sp>
        <p:nvSpPr>
          <p:cNvPr id="13" name="">
            <a:extLst xmlns:a="http://schemas.openxmlformats.org/drawingml/2006/main">
              <a:ext uri="{FF2B5EF4-FFF2-40B4-BE49-F238E27FC236}">
                <a16:creationId xmlns:a16="http://schemas.microsoft.com/office/drawing/2014/main" id="{64A973D0-1463-4504-8CEC-76B388CE9C2C}"/>
              </a:ext>
            </a:extLst>
          </p:cNvPr>
          <p:cNvSpPr>
            <a:spLocks xmlns:a="http://schemas.openxmlformats.org/drawingml/2006/main" noGrp="1"/>
          </p:cNvSpPr>
          <p:nvPr/>
        </p:nvSpPr>
        <p:spPr>
          <a:xfrm xmlns:a="http://schemas.openxmlformats.org/drawingml/2006/main">
            <a:off x="514350" y="5629275"/>
            <a:ext cx="17811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0">
                <a:solidFill>
                  <a:srgbClr val="DAE4F3"/>
                </a:solidFill>
                <a:latin typeface="DejaVu Sans"/>
                <a:ea typeface="DejaVu Sans"/>
                <a:cs typeface="DejaVu Sans"/>
              </a:defRPr>
            </a:defPPr>
            <a:lvl1pPr>
              <a:defRPr sz="1350" b="0">
                <a:solidFill>
                  <a:srgbClr val="DAE4F3"/>
                </a:solidFill>
                <a:latin typeface="DejaVu Sans"/>
                <a:ea typeface="DejaVu Sans"/>
                <a:cs typeface="DejaVu Sans"/>
              </a:defRPr>
            </a:lvl1pPr>
            <a:lvl2pPr>
              <a:defRPr sz="1350" b="0">
                <a:solidFill>
                  <a:srgbClr val="DAE4F3"/>
                </a:solidFill>
                <a:latin typeface="DejaVu Sans"/>
                <a:ea typeface="DejaVu Sans"/>
                <a:cs typeface="DejaVu Sans"/>
              </a:defRPr>
            </a:lvl2pPr>
            <a:lvl3pPr>
              <a:defRPr sz="1350" b="0">
                <a:solidFill>
                  <a:srgbClr val="DAE4F3"/>
                </a:solidFill>
                <a:latin typeface="DejaVu Sans"/>
                <a:ea typeface="DejaVu Sans"/>
                <a:cs typeface="DejaVu Sans"/>
              </a:defRPr>
            </a:lvl3pPr>
            <a:lvl4pPr>
              <a:defRPr sz="1350" b="0">
                <a:solidFill>
                  <a:srgbClr val="DAE4F3"/>
                </a:solidFill>
                <a:latin typeface="DejaVu Sans"/>
                <a:ea typeface="DejaVu Sans"/>
                <a:cs typeface="DejaVu Sans"/>
              </a:defRPr>
            </a:lvl4pPr>
            <a:lvl5pPr>
              <a:defRPr sz="1350" b="0">
                <a:solidFill>
                  <a:srgbClr val="DAE4F3"/>
                </a:solidFill>
                <a:latin typeface="DejaVu Sans"/>
                <a:ea typeface="DejaVu Sans"/>
                <a:cs typeface="DejaVu Sans"/>
              </a:defRPr>
            </a:lvl5pPr>
            <a:lvl6pPr>
              <a:defRPr sz="1350" b="0">
                <a:solidFill>
                  <a:srgbClr val="DAE4F3"/>
                </a:solidFill>
                <a:latin typeface="DejaVu Sans"/>
                <a:ea typeface="DejaVu Sans"/>
                <a:cs typeface="DejaVu Sans"/>
              </a:defRPr>
            </a:lvl6pPr>
            <a:lvl7pPr>
              <a:defRPr sz="1350" b="0">
                <a:solidFill>
                  <a:srgbClr val="DAE4F3"/>
                </a:solidFill>
                <a:latin typeface="DejaVu Sans"/>
                <a:ea typeface="DejaVu Sans"/>
                <a:cs typeface="DejaVu Sans"/>
              </a:defRPr>
            </a:lvl7pPr>
            <a:lvl8pPr>
              <a:defRPr sz="1350" b="0">
                <a:solidFill>
                  <a:srgbClr val="DAE4F3"/>
                </a:solidFill>
                <a:latin typeface="DejaVu Sans"/>
                <a:ea typeface="DejaVu Sans"/>
                <a:cs typeface="DejaVu Sans"/>
              </a:defRPr>
            </a:lvl8pPr>
            <a:lvl9pPr>
              <a:defRPr sz="1350" b="0">
                <a:solidFill>
                  <a:srgbClr val="DAE4F3"/>
                </a:solidFill>
                <a:latin typeface="DejaVu Sans"/>
                <a:ea typeface="DejaVu Sans"/>
                <a:cs typeface="DejaVu Sans"/>
              </a:defRPr>
            </a:lvl9pPr>
          </a:lstStyle>
          <a:p xmlns:a="http://schemas.openxmlformats.org/drawingml/2006/main">
            <a:pPr>
              <a:defRPr sz="1350" b="0">
                <a:solidFill>
                  <a:srgbClr val="DAE4F3"/>
                </a:solidFill>
                <a:latin typeface="DejaVu Sans"/>
                <a:ea typeface="DejaVu Sans"/>
                <a:cs typeface="DejaVu Sans"/>
              </a:defRPr>
            </a:pPr>
            <a:r>
              <a:rPr sz="1350" b="0">
                <a:solidFill>
                  <a:srgbClr val="DAE4F3"/>
                </a:solidFill>
                <a:latin typeface="DejaVu Sans"/>
                <a:ea typeface="DejaVu Sans"/>
                <a:cs typeface="DejaVu Sans"/>
              </a:rPr>
              <a:t>Decision variables</a:t>
            </a:r>
          </a:p>
          <a:p xmlns:a="http://schemas.openxmlformats.org/drawingml/2006/main">
            <a:pPr>
              <a:defRPr sz="1350" b="0">
                <a:solidFill>
                  <a:srgbClr val="DAE4F3"/>
                </a:solidFill>
                <a:latin typeface="DejaVu Sans"/>
                <a:ea typeface="DejaVu Sans"/>
                <a:cs typeface="DejaVu Sans"/>
              </a:defRPr>
            </a:pPr>
            <a:r>
              <a:rPr sz="1350" b="0">
                <a:solidFill>
                  <a:srgbClr val="DAE4F3"/>
                </a:solidFill>
                <a:latin typeface="DejaVu Sans"/>
                <a:ea typeface="DejaVu Sans"/>
                <a:cs typeface="DejaVu Sans"/>
              </a:rPr>
              <a:t>Objectives + constraints</a:t>
            </a:r>
          </a:p>
        </p:txBody>
      </p:sp>
      <p:sp>
        <p:nvSpPr>
          <p:cNvPr id="14" name="">
            <a:extLst xmlns:a="http://schemas.openxmlformats.org/drawingml/2006/main">
              <a:ext uri="{FF2B5EF4-FFF2-40B4-BE49-F238E27FC236}">
                <a16:creationId xmlns:a16="http://schemas.microsoft.com/office/drawing/2014/main" id="{A0B0BA6F-CA9A-47D4-8F7B-DCAFCCDCBEDC}"/>
              </a:ext>
            </a:extLst>
          </p:cNvPr>
          <p:cNvSpPr>
            <a:spLocks xmlns:a="http://schemas.openxmlformats.org/drawingml/2006/main" noGrp="1"/>
          </p:cNvSpPr>
          <p:nvPr/>
        </p:nvSpPr>
        <p:spPr>
          <a:xfrm xmlns:a="http://schemas.openxmlformats.org/drawingml/2006/main">
            <a:off x="2390775" y="5248275"/>
            <a:ext cx="18002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1">
                <a:solidFill>
                  <a:srgbClr val="78DDD0"/>
                </a:solidFill>
                <a:latin typeface="DejaVu Sans"/>
                <a:ea typeface="DejaVu Sans"/>
                <a:cs typeface="DejaVu Sans"/>
              </a:defRPr>
            </a:defPPr>
            <a:lvl1pPr>
              <a:defRPr sz="1575" b="1">
                <a:solidFill>
                  <a:srgbClr val="78DDD0"/>
                </a:solidFill>
                <a:latin typeface="DejaVu Sans"/>
                <a:ea typeface="DejaVu Sans"/>
                <a:cs typeface="DejaVu Sans"/>
              </a:defRPr>
            </a:lvl1pPr>
            <a:lvl2pPr>
              <a:defRPr sz="1575" b="1">
                <a:solidFill>
                  <a:srgbClr val="78DDD0"/>
                </a:solidFill>
                <a:latin typeface="DejaVu Sans"/>
                <a:ea typeface="DejaVu Sans"/>
                <a:cs typeface="DejaVu Sans"/>
              </a:defRPr>
            </a:lvl2pPr>
            <a:lvl3pPr>
              <a:defRPr sz="1575" b="1">
                <a:solidFill>
                  <a:srgbClr val="78DDD0"/>
                </a:solidFill>
                <a:latin typeface="DejaVu Sans"/>
                <a:ea typeface="DejaVu Sans"/>
                <a:cs typeface="DejaVu Sans"/>
              </a:defRPr>
            </a:lvl3pPr>
            <a:lvl4pPr>
              <a:defRPr sz="1575" b="1">
                <a:solidFill>
                  <a:srgbClr val="78DDD0"/>
                </a:solidFill>
                <a:latin typeface="DejaVu Sans"/>
                <a:ea typeface="DejaVu Sans"/>
                <a:cs typeface="DejaVu Sans"/>
              </a:defRPr>
            </a:lvl4pPr>
            <a:lvl5pPr>
              <a:defRPr sz="1575" b="1">
                <a:solidFill>
                  <a:srgbClr val="78DDD0"/>
                </a:solidFill>
                <a:latin typeface="DejaVu Sans"/>
                <a:ea typeface="DejaVu Sans"/>
                <a:cs typeface="DejaVu Sans"/>
              </a:defRPr>
            </a:lvl5pPr>
            <a:lvl6pPr>
              <a:defRPr sz="1575" b="1">
                <a:solidFill>
                  <a:srgbClr val="78DDD0"/>
                </a:solidFill>
                <a:latin typeface="DejaVu Sans"/>
                <a:ea typeface="DejaVu Sans"/>
                <a:cs typeface="DejaVu Sans"/>
              </a:defRPr>
            </a:lvl6pPr>
            <a:lvl7pPr>
              <a:defRPr sz="1575" b="1">
                <a:solidFill>
                  <a:srgbClr val="78DDD0"/>
                </a:solidFill>
                <a:latin typeface="DejaVu Sans"/>
                <a:ea typeface="DejaVu Sans"/>
                <a:cs typeface="DejaVu Sans"/>
              </a:defRPr>
            </a:lvl7pPr>
            <a:lvl8pPr>
              <a:defRPr sz="1575" b="1">
                <a:solidFill>
                  <a:srgbClr val="78DDD0"/>
                </a:solidFill>
                <a:latin typeface="DejaVu Sans"/>
                <a:ea typeface="DejaVu Sans"/>
                <a:cs typeface="DejaVu Sans"/>
              </a:defRPr>
            </a:lvl8pPr>
            <a:lvl9pPr>
              <a:defRPr sz="1575" b="1">
                <a:solidFill>
                  <a:srgbClr val="78DDD0"/>
                </a:solidFill>
                <a:latin typeface="DejaVu Sans"/>
                <a:ea typeface="DejaVu Sans"/>
                <a:cs typeface="DejaVu Sans"/>
              </a:defRPr>
            </a:lvl9pPr>
          </a:lstStyle>
          <a:p xmlns:a="http://schemas.openxmlformats.org/drawingml/2006/main">
            <a:pPr>
              <a:defRPr sz="1575" b="1">
                <a:solidFill>
                  <a:srgbClr val="78DDD0"/>
                </a:solidFill>
                <a:latin typeface="DejaVu Sans"/>
                <a:ea typeface="DejaVu Sans"/>
                <a:cs typeface="DejaVu Sans"/>
              </a:defRPr>
            </a:pPr>
            <a:r>
              <a:rPr sz="1575" b="1">
                <a:solidFill>
                  <a:srgbClr val="78DDD0"/>
                </a:solidFill>
                <a:latin typeface="DejaVu Sans"/>
                <a:ea typeface="DejaVu Sans"/>
                <a:cs typeface="DejaVu Sans"/>
              </a:rPr>
              <a:t>Graph AI</a:t>
            </a:r>
          </a:p>
        </p:txBody>
      </p:sp>
      <p:sp>
        <p:nvSpPr>
          <p:cNvPr id="15" name="">
            <a:extLst xmlns:a="http://schemas.openxmlformats.org/drawingml/2006/main">
              <a:ext uri="{FF2B5EF4-FFF2-40B4-BE49-F238E27FC236}">
                <a16:creationId xmlns:a16="http://schemas.microsoft.com/office/drawing/2014/main" id="{900F2373-B07F-45E1-9CA9-452A98947B57}"/>
              </a:ext>
            </a:extLst>
          </p:cNvPr>
          <p:cNvSpPr>
            <a:spLocks xmlns:a="http://schemas.openxmlformats.org/drawingml/2006/main" noGrp="1"/>
          </p:cNvSpPr>
          <p:nvPr/>
        </p:nvSpPr>
        <p:spPr>
          <a:xfrm xmlns:a="http://schemas.openxmlformats.org/drawingml/2006/main">
            <a:off x="2390775" y="5629275"/>
            <a:ext cx="17811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0">
                <a:solidFill>
                  <a:srgbClr val="DAE4F3"/>
                </a:solidFill>
                <a:latin typeface="DejaVu Sans"/>
                <a:ea typeface="DejaVu Sans"/>
                <a:cs typeface="DejaVu Sans"/>
              </a:defRPr>
            </a:defPPr>
            <a:lvl1pPr>
              <a:defRPr sz="1350" b="0">
                <a:solidFill>
                  <a:srgbClr val="DAE4F3"/>
                </a:solidFill>
                <a:latin typeface="DejaVu Sans"/>
                <a:ea typeface="DejaVu Sans"/>
                <a:cs typeface="DejaVu Sans"/>
              </a:defRPr>
            </a:lvl1pPr>
            <a:lvl2pPr>
              <a:defRPr sz="1350" b="0">
                <a:solidFill>
                  <a:srgbClr val="DAE4F3"/>
                </a:solidFill>
                <a:latin typeface="DejaVu Sans"/>
                <a:ea typeface="DejaVu Sans"/>
                <a:cs typeface="DejaVu Sans"/>
              </a:defRPr>
            </a:lvl2pPr>
            <a:lvl3pPr>
              <a:defRPr sz="1350" b="0">
                <a:solidFill>
                  <a:srgbClr val="DAE4F3"/>
                </a:solidFill>
                <a:latin typeface="DejaVu Sans"/>
                <a:ea typeface="DejaVu Sans"/>
                <a:cs typeface="DejaVu Sans"/>
              </a:defRPr>
            </a:lvl3pPr>
            <a:lvl4pPr>
              <a:defRPr sz="1350" b="0">
                <a:solidFill>
                  <a:srgbClr val="DAE4F3"/>
                </a:solidFill>
                <a:latin typeface="DejaVu Sans"/>
                <a:ea typeface="DejaVu Sans"/>
                <a:cs typeface="DejaVu Sans"/>
              </a:defRPr>
            </a:lvl4pPr>
            <a:lvl5pPr>
              <a:defRPr sz="1350" b="0">
                <a:solidFill>
                  <a:srgbClr val="DAE4F3"/>
                </a:solidFill>
                <a:latin typeface="DejaVu Sans"/>
                <a:ea typeface="DejaVu Sans"/>
                <a:cs typeface="DejaVu Sans"/>
              </a:defRPr>
            </a:lvl5pPr>
            <a:lvl6pPr>
              <a:defRPr sz="1350" b="0">
                <a:solidFill>
                  <a:srgbClr val="DAE4F3"/>
                </a:solidFill>
                <a:latin typeface="DejaVu Sans"/>
                <a:ea typeface="DejaVu Sans"/>
                <a:cs typeface="DejaVu Sans"/>
              </a:defRPr>
            </a:lvl6pPr>
            <a:lvl7pPr>
              <a:defRPr sz="1350" b="0">
                <a:solidFill>
                  <a:srgbClr val="DAE4F3"/>
                </a:solidFill>
                <a:latin typeface="DejaVu Sans"/>
                <a:ea typeface="DejaVu Sans"/>
                <a:cs typeface="DejaVu Sans"/>
              </a:defRPr>
            </a:lvl7pPr>
            <a:lvl8pPr>
              <a:defRPr sz="1350" b="0">
                <a:solidFill>
                  <a:srgbClr val="DAE4F3"/>
                </a:solidFill>
                <a:latin typeface="DejaVu Sans"/>
                <a:ea typeface="DejaVu Sans"/>
                <a:cs typeface="DejaVu Sans"/>
              </a:defRPr>
            </a:lvl8pPr>
            <a:lvl9pPr>
              <a:defRPr sz="1350" b="0">
                <a:solidFill>
                  <a:srgbClr val="DAE4F3"/>
                </a:solidFill>
                <a:latin typeface="DejaVu Sans"/>
                <a:ea typeface="DejaVu Sans"/>
                <a:cs typeface="DejaVu Sans"/>
              </a:defRPr>
            </a:lvl9pPr>
          </a:lstStyle>
          <a:p xmlns:a="http://schemas.openxmlformats.org/drawingml/2006/main">
            <a:pPr>
              <a:defRPr sz="1350" b="0">
                <a:solidFill>
                  <a:srgbClr val="DAE4F3"/>
                </a:solidFill>
                <a:latin typeface="DejaVu Sans"/>
                <a:ea typeface="DejaVu Sans"/>
                <a:cs typeface="DejaVu Sans"/>
              </a:defRPr>
            </a:pPr>
            <a:r>
              <a:rPr sz="1350" b="0">
                <a:solidFill>
                  <a:srgbClr val="DAE4F3"/>
                </a:solidFill>
                <a:latin typeface="DejaVu Sans"/>
                <a:ea typeface="DejaVu Sans"/>
                <a:cs typeface="DejaVu Sans"/>
              </a:rPr>
              <a:t>Relational structure</a:t>
            </a:r>
          </a:p>
          <a:p xmlns:a="http://schemas.openxmlformats.org/drawingml/2006/main">
            <a:pPr>
              <a:defRPr sz="1350" b="0">
                <a:solidFill>
                  <a:srgbClr val="DAE4F3"/>
                </a:solidFill>
                <a:latin typeface="DejaVu Sans"/>
                <a:ea typeface="DejaVu Sans"/>
                <a:cs typeface="DejaVu Sans"/>
              </a:defRPr>
            </a:pPr>
            <a:r>
              <a:rPr sz="1350" b="0">
                <a:solidFill>
                  <a:srgbClr val="DAE4F3"/>
                </a:solidFill>
                <a:latin typeface="DejaVu Sans"/>
                <a:ea typeface="DejaVu Sans"/>
                <a:cs typeface="DejaVu Sans"/>
              </a:rPr>
              <a:t>Topology + neighborhoods</a:t>
            </a:r>
          </a:p>
        </p:txBody>
      </p:sp>
      <p:sp>
        <p:nvSpPr>
          <p:cNvPr id="16" name="">
            <a:extLst xmlns:a="http://schemas.openxmlformats.org/drawingml/2006/main">
              <a:ext uri="{FF2B5EF4-FFF2-40B4-BE49-F238E27FC236}">
                <a16:creationId xmlns:a16="http://schemas.microsoft.com/office/drawing/2014/main" id="{D3BCAEC2-47CE-40AA-A909-CF042D2BDAD0}"/>
              </a:ext>
            </a:extLst>
          </p:cNvPr>
          <p:cNvSpPr>
            <a:spLocks xmlns:a="http://schemas.openxmlformats.org/drawingml/2006/main" noGrp="1"/>
          </p:cNvSpPr>
          <p:nvPr/>
        </p:nvSpPr>
        <p:spPr>
          <a:xfrm xmlns:a="http://schemas.openxmlformats.org/drawingml/2006/main">
            <a:off x="4267200" y="5248275"/>
            <a:ext cx="18002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1">
                <a:solidFill>
                  <a:srgbClr val="78DDD0"/>
                </a:solidFill>
                <a:latin typeface="DejaVu Sans"/>
                <a:ea typeface="DejaVu Sans"/>
                <a:cs typeface="DejaVu Sans"/>
              </a:defRPr>
            </a:defPPr>
            <a:lvl1pPr>
              <a:defRPr sz="1575" b="1">
                <a:solidFill>
                  <a:srgbClr val="78DDD0"/>
                </a:solidFill>
                <a:latin typeface="DejaVu Sans"/>
                <a:ea typeface="DejaVu Sans"/>
                <a:cs typeface="DejaVu Sans"/>
              </a:defRPr>
            </a:lvl1pPr>
            <a:lvl2pPr>
              <a:defRPr sz="1575" b="1">
                <a:solidFill>
                  <a:srgbClr val="78DDD0"/>
                </a:solidFill>
                <a:latin typeface="DejaVu Sans"/>
                <a:ea typeface="DejaVu Sans"/>
                <a:cs typeface="DejaVu Sans"/>
              </a:defRPr>
            </a:lvl2pPr>
            <a:lvl3pPr>
              <a:defRPr sz="1575" b="1">
                <a:solidFill>
                  <a:srgbClr val="78DDD0"/>
                </a:solidFill>
                <a:latin typeface="DejaVu Sans"/>
                <a:ea typeface="DejaVu Sans"/>
                <a:cs typeface="DejaVu Sans"/>
              </a:defRPr>
            </a:lvl3pPr>
            <a:lvl4pPr>
              <a:defRPr sz="1575" b="1">
                <a:solidFill>
                  <a:srgbClr val="78DDD0"/>
                </a:solidFill>
                <a:latin typeface="DejaVu Sans"/>
                <a:ea typeface="DejaVu Sans"/>
                <a:cs typeface="DejaVu Sans"/>
              </a:defRPr>
            </a:lvl4pPr>
            <a:lvl5pPr>
              <a:defRPr sz="1575" b="1">
                <a:solidFill>
                  <a:srgbClr val="78DDD0"/>
                </a:solidFill>
                <a:latin typeface="DejaVu Sans"/>
                <a:ea typeface="DejaVu Sans"/>
                <a:cs typeface="DejaVu Sans"/>
              </a:defRPr>
            </a:lvl5pPr>
            <a:lvl6pPr>
              <a:defRPr sz="1575" b="1">
                <a:solidFill>
                  <a:srgbClr val="78DDD0"/>
                </a:solidFill>
                <a:latin typeface="DejaVu Sans"/>
                <a:ea typeface="DejaVu Sans"/>
                <a:cs typeface="DejaVu Sans"/>
              </a:defRPr>
            </a:lvl6pPr>
            <a:lvl7pPr>
              <a:defRPr sz="1575" b="1">
                <a:solidFill>
                  <a:srgbClr val="78DDD0"/>
                </a:solidFill>
                <a:latin typeface="DejaVu Sans"/>
                <a:ea typeface="DejaVu Sans"/>
                <a:cs typeface="DejaVu Sans"/>
              </a:defRPr>
            </a:lvl7pPr>
            <a:lvl8pPr>
              <a:defRPr sz="1575" b="1">
                <a:solidFill>
                  <a:srgbClr val="78DDD0"/>
                </a:solidFill>
                <a:latin typeface="DejaVu Sans"/>
                <a:ea typeface="DejaVu Sans"/>
                <a:cs typeface="DejaVu Sans"/>
              </a:defRPr>
            </a:lvl8pPr>
            <a:lvl9pPr>
              <a:defRPr sz="1575" b="1">
                <a:solidFill>
                  <a:srgbClr val="78DDD0"/>
                </a:solidFill>
                <a:latin typeface="DejaVu Sans"/>
                <a:ea typeface="DejaVu Sans"/>
                <a:cs typeface="DejaVu Sans"/>
              </a:defRPr>
            </a:lvl9pPr>
          </a:lstStyle>
          <a:p xmlns:a="http://schemas.openxmlformats.org/drawingml/2006/main">
            <a:pPr>
              <a:defRPr sz="1575" b="1">
                <a:solidFill>
                  <a:srgbClr val="78DDD0"/>
                </a:solidFill>
                <a:latin typeface="DejaVu Sans"/>
                <a:ea typeface="DejaVu Sans"/>
                <a:cs typeface="DejaVu Sans"/>
              </a:defRPr>
            </a:pPr>
            <a:r>
              <a:rPr sz="1575" b="1">
                <a:solidFill>
                  <a:srgbClr val="78DDD0"/>
                </a:solidFill>
                <a:latin typeface="DejaVu Sans"/>
                <a:ea typeface="DejaVu Sans"/>
                <a:cs typeface="DejaVu Sans"/>
              </a:rPr>
              <a:t>Post-training</a:t>
            </a:r>
          </a:p>
        </p:txBody>
      </p:sp>
      <p:sp>
        <p:nvSpPr>
          <p:cNvPr id="17" name="">
            <a:extLst xmlns:a="http://schemas.openxmlformats.org/drawingml/2006/main">
              <a:ext uri="{FF2B5EF4-FFF2-40B4-BE49-F238E27FC236}">
                <a16:creationId xmlns:a16="http://schemas.microsoft.com/office/drawing/2014/main" id="{82E8BC76-311A-45F8-B92F-D11590D9B564}"/>
              </a:ext>
            </a:extLst>
          </p:cNvPr>
          <p:cNvSpPr>
            <a:spLocks xmlns:a="http://schemas.openxmlformats.org/drawingml/2006/main" noGrp="1"/>
          </p:cNvSpPr>
          <p:nvPr/>
        </p:nvSpPr>
        <p:spPr>
          <a:xfrm xmlns:a="http://schemas.openxmlformats.org/drawingml/2006/main">
            <a:off x="4267200" y="5629275"/>
            <a:ext cx="17811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0">
                <a:solidFill>
                  <a:srgbClr val="DAE4F3"/>
                </a:solidFill>
                <a:latin typeface="DejaVu Sans"/>
                <a:ea typeface="DejaVu Sans"/>
                <a:cs typeface="DejaVu Sans"/>
              </a:defRPr>
            </a:defPPr>
            <a:lvl1pPr>
              <a:defRPr sz="1350" b="0">
                <a:solidFill>
                  <a:srgbClr val="DAE4F3"/>
                </a:solidFill>
                <a:latin typeface="DejaVu Sans"/>
                <a:ea typeface="DejaVu Sans"/>
                <a:cs typeface="DejaVu Sans"/>
              </a:defRPr>
            </a:lvl1pPr>
            <a:lvl2pPr>
              <a:defRPr sz="1350" b="0">
                <a:solidFill>
                  <a:srgbClr val="DAE4F3"/>
                </a:solidFill>
                <a:latin typeface="DejaVu Sans"/>
                <a:ea typeface="DejaVu Sans"/>
                <a:cs typeface="DejaVu Sans"/>
              </a:defRPr>
            </a:lvl2pPr>
            <a:lvl3pPr>
              <a:defRPr sz="1350" b="0">
                <a:solidFill>
                  <a:srgbClr val="DAE4F3"/>
                </a:solidFill>
                <a:latin typeface="DejaVu Sans"/>
                <a:ea typeface="DejaVu Sans"/>
                <a:cs typeface="DejaVu Sans"/>
              </a:defRPr>
            </a:lvl3pPr>
            <a:lvl4pPr>
              <a:defRPr sz="1350" b="0">
                <a:solidFill>
                  <a:srgbClr val="DAE4F3"/>
                </a:solidFill>
                <a:latin typeface="DejaVu Sans"/>
                <a:ea typeface="DejaVu Sans"/>
                <a:cs typeface="DejaVu Sans"/>
              </a:defRPr>
            </a:lvl4pPr>
            <a:lvl5pPr>
              <a:defRPr sz="1350" b="0">
                <a:solidFill>
                  <a:srgbClr val="DAE4F3"/>
                </a:solidFill>
                <a:latin typeface="DejaVu Sans"/>
                <a:ea typeface="DejaVu Sans"/>
                <a:cs typeface="DejaVu Sans"/>
              </a:defRPr>
            </a:lvl5pPr>
            <a:lvl6pPr>
              <a:defRPr sz="1350" b="0">
                <a:solidFill>
                  <a:srgbClr val="DAE4F3"/>
                </a:solidFill>
                <a:latin typeface="DejaVu Sans"/>
                <a:ea typeface="DejaVu Sans"/>
                <a:cs typeface="DejaVu Sans"/>
              </a:defRPr>
            </a:lvl6pPr>
            <a:lvl7pPr>
              <a:defRPr sz="1350" b="0">
                <a:solidFill>
                  <a:srgbClr val="DAE4F3"/>
                </a:solidFill>
                <a:latin typeface="DejaVu Sans"/>
                <a:ea typeface="DejaVu Sans"/>
                <a:cs typeface="DejaVu Sans"/>
              </a:defRPr>
            </a:lvl7pPr>
            <a:lvl8pPr>
              <a:defRPr sz="1350" b="0">
                <a:solidFill>
                  <a:srgbClr val="DAE4F3"/>
                </a:solidFill>
                <a:latin typeface="DejaVu Sans"/>
                <a:ea typeface="DejaVu Sans"/>
                <a:cs typeface="DejaVu Sans"/>
              </a:defRPr>
            </a:lvl8pPr>
            <a:lvl9pPr>
              <a:defRPr sz="1350" b="0">
                <a:solidFill>
                  <a:srgbClr val="DAE4F3"/>
                </a:solidFill>
                <a:latin typeface="DejaVu Sans"/>
                <a:ea typeface="DejaVu Sans"/>
                <a:cs typeface="DejaVu Sans"/>
              </a:defRPr>
            </a:lvl9pPr>
          </a:lstStyle>
          <a:p xmlns:a="http://schemas.openxmlformats.org/drawingml/2006/main">
            <a:pPr>
              <a:defRPr sz="1350" b="0">
                <a:solidFill>
                  <a:srgbClr val="DAE4F3"/>
                </a:solidFill>
                <a:latin typeface="DejaVu Sans"/>
                <a:ea typeface="DejaVu Sans"/>
                <a:cs typeface="DejaVu Sans"/>
              </a:defRPr>
            </a:pPr>
            <a:r>
              <a:rPr sz="1350" b="0">
                <a:solidFill>
                  <a:srgbClr val="DAE4F3"/>
                </a:solidFill>
                <a:latin typeface="DejaVu Sans"/>
                <a:ea typeface="DejaVu Sans"/>
                <a:cs typeface="DejaVu Sans"/>
              </a:rPr>
              <a:t>Model adaptation</a:t>
            </a:r>
          </a:p>
          <a:p xmlns:a="http://schemas.openxmlformats.org/drawingml/2006/main">
            <a:pPr>
              <a:defRPr sz="1350" b="0">
                <a:solidFill>
                  <a:srgbClr val="DAE4F3"/>
                </a:solidFill>
                <a:latin typeface="DejaVu Sans"/>
                <a:ea typeface="DejaVu Sans"/>
                <a:cs typeface="DejaVu Sans"/>
              </a:defRPr>
            </a:pPr>
            <a:r>
              <a:rPr sz="1350" b="0">
                <a:solidFill>
                  <a:srgbClr val="DAE4F3"/>
                </a:solidFill>
                <a:latin typeface="DejaVu Sans"/>
                <a:ea typeface="DejaVu Sans"/>
                <a:cs typeface="DejaVu Sans"/>
              </a:rPr>
              <a:t>SFT + reward / preference</a:t>
            </a:r>
          </a:p>
        </p:txBody>
      </p:sp>
      <p:sp>
        <p:nvSpPr>
          <p:cNvPr id="18" name="">
            <a:extLst xmlns:a="http://schemas.openxmlformats.org/drawingml/2006/main">
              <a:ext uri="{FF2B5EF4-FFF2-40B4-BE49-F238E27FC236}">
                <a16:creationId xmlns:a16="http://schemas.microsoft.com/office/drawing/2014/main" id="{47C8A715-53EF-47A5-B4AF-25896D2F20E4}"/>
              </a:ext>
            </a:extLst>
          </p:cNvPr>
          <p:cNvSpPr>
            <a:spLocks xmlns:a="http://schemas.openxmlformats.org/drawingml/2006/main" noGrp="1"/>
          </p:cNvSpPr>
          <p:nvPr/>
        </p:nvSpPr>
        <p:spPr>
          <a:xfrm xmlns:a="http://schemas.openxmlformats.org/drawingml/2006/main">
            <a:off x="6143625" y="5248275"/>
            <a:ext cx="18002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1">
                <a:solidFill>
                  <a:srgbClr val="78DDD0"/>
                </a:solidFill>
                <a:latin typeface="DejaVu Sans"/>
                <a:ea typeface="DejaVu Sans"/>
                <a:cs typeface="DejaVu Sans"/>
              </a:defRPr>
            </a:defPPr>
            <a:lvl1pPr>
              <a:defRPr sz="1575" b="1">
                <a:solidFill>
                  <a:srgbClr val="78DDD0"/>
                </a:solidFill>
                <a:latin typeface="DejaVu Sans"/>
                <a:ea typeface="DejaVu Sans"/>
                <a:cs typeface="DejaVu Sans"/>
              </a:defRPr>
            </a:lvl1pPr>
            <a:lvl2pPr>
              <a:defRPr sz="1575" b="1">
                <a:solidFill>
                  <a:srgbClr val="78DDD0"/>
                </a:solidFill>
                <a:latin typeface="DejaVu Sans"/>
                <a:ea typeface="DejaVu Sans"/>
                <a:cs typeface="DejaVu Sans"/>
              </a:defRPr>
            </a:lvl2pPr>
            <a:lvl3pPr>
              <a:defRPr sz="1575" b="1">
                <a:solidFill>
                  <a:srgbClr val="78DDD0"/>
                </a:solidFill>
                <a:latin typeface="DejaVu Sans"/>
                <a:ea typeface="DejaVu Sans"/>
                <a:cs typeface="DejaVu Sans"/>
              </a:defRPr>
            </a:lvl3pPr>
            <a:lvl4pPr>
              <a:defRPr sz="1575" b="1">
                <a:solidFill>
                  <a:srgbClr val="78DDD0"/>
                </a:solidFill>
                <a:latin typeface="DejaVu Sans"/>
                <a:ea typeface="DejaVu Sans"/>
                <a:cs typeface="DejaVu Sans"/>
              </a:defRPr>
            </a:lvl4pPr>
            <a:lvl5pPr>
              <a:defRPr sz="1575" b="1">
                <a:solidFill>
                  <a:srgbClr val="78DDD0"/>
                </a:solidFill>
                <a:latin typeface="DejaVu Sans"/>
                <a:ea typeface="DejaVu Sans"/>
                <a:cs typeface="DejaVu Sans"/>
              </a:defRPr>
            </a:lvl5pPr>
            <a:lvl6pPr>
              <a:defRPr sz="1575" b="1">
                <a:solidFill>
                  <a:srgbClr val="78DDD0"/>
                </a:solidFill>
                <a:latin typeface="DejaVu Sans"/>
                <a:ea typeface="DejaVu Sans"/>
                <a:cs typeface="DejaVu Sans"/>
              </a:defRPr>
            </a:lvl6pPr>
            <a:lvl7pPr>
              <a:defRPr sz="1575" b="1">
                <a:solidFill>
                  <a:srgbClr val="78DDD0"/>
                </a:solidFill>
                <a:latin typeface="DejaVu Sans"/>
                <a:ea typeface="DejaVu Sans"/>
                <a:cs typeface="DejaVu Sans"/>
              </a:defRPr>
            </a:lvl7pPr>
            <a:lvl8pPr>
              <a:defRPr sz="1575" b="1">
                <a:solidFill>
                  <a:srgbClr val="78DDD0"/>
                </a:solidFill>
                <a:latin typeface="DejaVu Sans"/>
                <a:ea typeface="DejaVu Sans"/>
                <a:cs typeface="DejaVu Sans"/>
              </a:defRPr>
            </a:lvl8pPr>
            <a:lvl9pPr>
              <a:defRPr sz="1575" b="1">
                <a:solidFill>
                  <a:srgbClr val="78DDD0"/>
                </a:solidFill>
                <a:latin typeface="DejaVu Sans"/>
                <a:ea typeface="DejaVu Sans"/>
                <a:cs typeface="DejaVu Sans"/>
              </a:defRPr>
            </a:lvl9pPr>
          </a:lstStyle>
          <a:p xmlns:a="http://schemas.openxmlformats.org/drawingml/2006/main">
            <a:pPr>
              <a:defRPr sz="1575" b="1">
                <a:solidFill>
                  <a:srgbClr val="78DDD0"/>
                </a:solidFill>
                <a:latin typeface="DejaVu Sans"/>
                <a:ea typeface="DejaVu Sans"/>
                <a:cs typeface="DejaVu Sans"/>
              </a:defRPr>
            </a:pPr>
            <a:r>
              <a:rPr sz="1575" b="1">
                <a:solidFill>
                  <a:srgbClr val="78DDD0"/>
                </a:solidFill>
                <a:latin typeface="DejaVu Sans"/>
                <a:ea typeface="DejaVu Sans"/>
                <a:cs typeface="DejaVu Sans"/>
              </a:rPr>
              <a:t>Multimodal</a:t>
            </a:r>
          </a:p>
        </p:txBody>
      </p:sp>
      <p:sp>
        <p:nvSpPr>
          <p:cNvPr id="19" name="">
            <a:extLst xmlns:a="http://schemas.openxmlformats.org/drawingml/2006/main">
              <a:ext uri="{FF2B5EF4-FFF2-40B4-BE49-F238E27FC236}">
                <a16:creationId xmlns:a16="http://schemas.microsoft.com/office/drawing/2014/main" id="{FEF0AE88-A29C-48F3-B0A4-7A79087E5769}"/>
              </a:ext>
            </a:extLst>
          </p:cNvPr>
          <p:cNvSpPr>
            <a:spLocks xmlns:a="http://schemas.openxmlformats.org/drawingml/2006/main" noGrp="1"/>
          </p:cNvSpPr>
          <p:nvPr/>
        </p:nvSpPr>
        <p:spPr>
          <a:xfrm xmlns:a="http://schemas.openxmlformats.org/drawingml/2006/main">
            <a:off x="6143625" y="5629275"/>
            <a:ext cx="17811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0">
                <a:solidFill>
                  <a:srgbClr val="DAE4F3"/>
                </a:solidFill>
                <a:latin typeface="DejaVu Sans"/>
                <a:ea typeface="DejaVu Sans"/>
                <a:cs typeface="DejaVu Sans"/>
              </a:defRPr>
            </a:defPPr>
            <a:lvl1pPr>
              <a:defRPr sz="1350" b="0">
                <a:solidFill>
                  <a:srgbClr val="DAE4F3"/>
                </a:solidFill>
                <a:latin typeface="DejaVu Sans"/>
                <a:ea typeface="DejaVu Sans"/>
                <a:cs typeface="DejaVu Sans"/>
              </a:defRPr>
            </a:lvl1pPr>
            <a:lvl2pPr>
              <a:defRPr sz="1350" b="0">
                <a:solidFill>
                  <a:srgbClr val="DAE4F3"/>
                </a:solidFill>
                <a:latin typeface="DejaVu Sans"/>
                <a:ea typeface="DejaVu Sans"/>
                <a:cs typeface="DejaVu Sans"/>
              </a:defRPr>
            </a:lvl2pPr>
            <a:lvl3pPr>
              <a:defRPr sz="1350" b="0">
                <a:solidFill>
                  <a:srgbClr val="DAE4F3"/>
                </a:solidFill>
                <a:latin typeface="DejaVu Sans"/>
                <a:ea typeface="DejaVu Sans"/>
                <a:cs typeface="DejaVu Sans"/>
              </a:defRPr>
            </a:lvl3pPr>
            <a:lvl4pPr>
              <a:defRPr sz="1350" b="0">
                <a:solidFill>
                  <a:srgbClr val="DAE4F3"/>
                </a:solidFill>
                <a:latin typeface="DejaVu Sans"/>
                <a:ea typeface="DejaVu Sans"/>
                <a:cs typeface="DejaVu Sans"/>
              </a:defRPr>
            </a:lvl4pPr>
            <a:lvl5pPr>
              <a:defRPr sz="1350" b="0">
                <a:solidFill>
                  <a:srgbClr val="DAE4F3"/>
                </a:solidFill>
                <a:latin typeface="DejaVu Sans"/>
                <a:ea typeface="DejaVu Sans"/>
                <a:cs typeface="DejaVu Sans"/>
              </a:defRPr>
            </a:lvl5pPr>
            <a:lvl6pPr>
              <a:defRPr sz="1350" b="0">
                <a:solidFill>
                  <a:srgbClr val="DAE4F3"/>
                </a:solidFill>
                <a:latin typeface="DejaVu Sans"/>
                <a:ea typeface="DejaVu Sans"/>
                <a:cs typeface="DejaVu Sans"/>
              </a:defRPr>
            </a:lvl6pPr>
            <a:lvl7pPr>
              <a:defRPr sz="1350" b="0">
                <a:solidFill>
                  <a:srgbClr val="DAE4F3"/>
                </a:solidFill>
                <a:latin typeface="DejaVu Sans"/>
                <a:ea typeface="DejaVu Sans"/>
                <a:cs typeface="DejaVu Sans"/>
              </a:defRPr>
            </a:lvl7pPr>
            <a:lvl8pPr>
              <a:defRPr sz="1350" b="0">
                <a:solidFill>
                  <a:srgbClr val="DAE4F3"/>
                </a:solidFill>
                <a:latin typeface="DejaVu Sans"/>
                <a:ea typeface="DejaVu Sans"/>
                <a:cs typeface="DejaVu Sans"/>
              </a:defRPr>
            </a:lvl8pPr>
            <a:lvl9pPr>
              <a:defRPr sz="1350" b="0">
                <a:solidFill>
                  <a:srgbClr val="DAE4F3"/>
                </a:solidFill>
                <a:latin typeface="DejaVu Sans"/>
                <a:ea typeface="DejaVu Sans"/>
                <a:cs typeface="DejaVu Sans"/>
              </a:defRPr>
            </a:lvl9pPr>
          </a:lstStyle>
          <a:p xmlns:a="http://schemas.openxmlformats.org/drawingml/2006/main">
            <a:pPr>
              <a:defRPr sz="1350" b="0">
                <a:solidFill>
                  <a:srgbClr val="DAE4F3"/>
                </a:solidFill>
                <a:latin typeface="DejaVu Sans"/>
                <a:ea typeface="DejaVu Sans"/>
                <a:cs typeface="DejaVu Sans"/>
              </a:defRPr>
            </a:pPr>
            <a:r>
              <a:rPr sz="1350" b="0">
                <a:solidFill>
                  <a:srgbClr val="DAE4F3"/>
                </a:solidFill>
                <a:latin typeface="DejaVu Sans"/>
                <a:ea typeface="DejaVu Sans"/>
                <a:cs typeface="DejaVu Sans"/>
              </a:rPr>
              <a:t>Input representation</a:t>
            </a:r>
          </a:p>
          <a:p xmlns:a="http://schemas.openxmlformats.org/drawingml/2006/main">
            <a:pPr>
              <a:defRPr sz="1350" b="0">
                <a:solidFill>
                  <a:srgbClr val="DAE4F3"/>
                </a:solidFill>
                <a:latin typeface="DejaVu Sans"/>
                <a:ea typeface="DejaVu Sans"/>
                <a:cs typeface="DejaVu Sans"/>
              </a:defRPr>
            </a:pPr>
            <a:r>
              <a:rPr sz="1350" b="0">
                <a:solidFill>
                  <a:srgbClr val="DAE4F3"/>
                </a:solidFill>
                <a:latin typeface="DejaVu Sans"/>
                <a:ea typeface="DejaVu Sans"/>
                <a:cs typeface="DejaVu Sans"/>
              </a:rPr>
              <a:t>Image + text alignment</a:t>
            </a:r>
          </a:p>
        </p:txBody>
      </p:sp>
      <p:sp>
        <p:nvSpPr>
          <p:cNvPr id="20" name="">
            <a:extLst xmlns:a="http://schemas.openxmlformats.org/drawingml/2006/main">
              <a:ext uri="{FF2B5EF4-FFF2-40B4-BE49-F238E27FC236}">
                <a16:creationId xmlns:a16="http://schemas.microsoft.com/office/drawing/2014/main" id="{841DA955-5D09-478F-A219-CFC4098FDF89}"/>
              </a:ext>
            </a:extLst>
          </p:cNvPr>
          <p:cNvSpPr>
            <a:spLocks xmlns:a="http://schemas.openxmlformats.org/drawingml/2006/main" noGrp="1"/>
          </p:cNvSpPr>
          <p:nvPr/>
        </p:nvSpPr>
        <p:spPr>
          <a:xfrm xmlns:a="http://schemas.openxmlformats.org/drawingml/2006/main">
            <a:off x="8020050" y="5248275"/>
            <a:ext cx="18002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1">
                <a:solidFill>
                  <a:srgbClr val="78DDD0"/>
                </a:solidFill>
                <a:latin typeface="DejaVu Sans"/>
                <a:ea typeface="DejaVu Sans"/>
                <a:cs typeface="DejaVu Sans"/>
              </a:defRPr>
            </a:defPPr>
            <a:lvl1pPr>
              <a:defRPr sz="1575" b="1">
                <a:solidFill>
                  <a:srgbClr val="78DDD0"/>
                </a:solidFill>
                <a:latin typeface="DejaVu Sans"/>
                <a:ea typeface="DejaVu Sans"/>
                <a:cs typeface="DejaVu Sans"/>
              </a:defRPr>
            </a:lvl1pPr>
            <a:lvl2pPr>
              <a:defRPr sz="1575" b="1">
                <a:solidFill>
                  <a:srgbClr val="78DDD0"/>
                </a:solidFill>
                <a:latin typeface="DejaVu Sans"/>
                <a:ea typeface="DejaVu Sans"/>
                <a:cs typeface="DejaVu Sans"/>
              </a:defRPr>
            </a:lvl2pPr>
            <a:lvl3pPr>
              <a:defRPr sz="1575" b="1">
                <a:solidFill>
                  <a:srgbClr val="78DDD0"/>
                </a:solidFill>
                <a:latin typeface="DejaVu Sans"/>
                <a:ea typeface="DejaVu Sans"/>
                <a:cs typeface="DejaVu Sans"/>
              </a:defRPr>
            </a:lvl3pPr>
            <a:lvl4pPr>
              <a:defRPr sz="1575" b="1">
                <a:solidFill>
                  <a:srgbClr val="78DDD0"/>
                </a:solidFill>
                <a:latin typeface="DejaVu Sans"/>
                <a:ea typeface="DejaVu Sans"/>
                <a:cs typeface="DejaVu Sans"/>
              </a:defRPr>
            </a:lvl4pPr>
            <a:lvl5pPr>
              <a:defRPr sz="1575" b="1">
                <a:solidFill>
                  <a:srgbClr val="78DDD0"/>
                </a:solidFill>
                <a:latin typeface="DejaVu Sans"/>
                <a:ea typeface="DejaVu Sans"/>
                <a:cs typeface="DejaVu Sans"/>
              </a:defRPr>
            </a:lvl5pPr>
            <a:lvl6pPr>
              <a:defRPr sz="1575" b="1">
                <a:solidFill>
                  <a:srgbClr val="78DDD0"/>
                </a:solidFill>
                <a:latin typeface="DejaVu Sans"/>
                <a:ea typeface="DejaVu Sans"/>
                <a:cs typeface="DejaVu Sans"/>
              </a:defRPr>
            </a:lvl6pPr>
            <a:lvl7pPr>
              <a:defRPr sz="1575" b="1">
                <a:solidFill>
                  <a:srgbClr val="78DDD0"/>
                </a:solidFill>
                <a:latin typeface="DejaVu Sans"/>
                <a:ea typeface="DejaVu Sans"/>
                <a:cs typeface="DejaVu Sans"/>
              </a:defRPr>
            </a:lvl7pPr>
            <a:lvl8pPr>
              <a:defRPr sz="1575" b="1">
                <a:solidFill>
                  <a:srgbClr val="78DDD0"/>
                </a:solidFill>
                <a:latin typeface="DejaVu Sans"/>
                <a:ea typeface="DejaVu Sans"/>
                <a:cs typeface="DejaVu Sans"/>
              </a:defRPr>
            </a:lvl8pPr>
            <a:lvl9pPr>
              <a:defRPr sz="1575" b="1">
                <a:solidFill>
                  <a:srgbClr val="78DDD0"/>
                </a:solidFill>
                <a:latin typeface="DejaVu Sans"/>
                <a:ea typeface="DejaVu Sans"/>
                <a:cs typeface="DejaVu Sans"/>
              </a:defRPr>
            </a:lvl9pPr>
          </a:lstStyle>
          <a:p xmlns:a="http://schemas.openxmlformats.org/drawingml/2006/main">
            <a:pPr>
              <a:defRPr sz="1575" b="1">
                <a:solidFill>
                  <a:srgbClr val="78DDD0"/>
                </a:solidFill>
                <a:latin typeface="DejaVu Sans"/>
                <a:ea typeface="DejaVu Sans"/>
                <a:cs typeface="DejaVu Sans"/>
              </a:defRPr>
            </a:pPr>
            <a:r>
              <a:rPr sz="1575" b="1">
                <a:solidFill>
                  <a:srgbClr val="78DDD0"/>
                </a:solidFill>
                <a:latin typeface="DejaVu Sans"/>
                <a:ea typeface="DejaVu Sans"/>
                <a:cs typeface="DejaVu Sans"/>
              </a:rPr>
              <a:t>Classical ML</a:t>
            </a:r>
          </a:p>
        </p:txBody>
      </p:sp>
      <p:sp>
        <p:nvSpPr>
          <p:cNvPr id="21" name="">
            <a:extLst xmlns:a="http://schemas.openxmlformats.org/drawingml/2006/main">
              <a:ext uri="{FF2B5EF4-FFF2-40B4-BE49-F238E27FC236}">
                <a16:creationId xmlns:a16="http://schemas.microsoft.com/office/drawing/2014/main" id="{6FDC593D-0FAF-4393-87C0-71A1CE50F79F}"/>
              </a:ext>
            </a:extLst>
          </p:cNvPr>
          <p:cNvSpPr>
            <a:spLocks xmlns:a="http://schemas.openxmlformats.org/drawingml/2006/main" noGrp="1"/>
          </p:cNvSpPr>
          <p:nvPr/>
        </p:nvSpPr>
        <p:spPr>
          <a:xfrm xmlns:a="http://schemas.openxmlformats.org/drawingml/2006/main">
            <a:off x="8020050" y="5629275"/>
            <a:ext cx="17811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0">
                <a:solidFill>
                  <a:srgbClr val="DAE4F3"/>
                </a:solidFill>
                <a:latin typeface="DejaVu Sans"/>
                <a:ea typeface="DejaVu Sans"/>
                <a:cs typeface="DejaVu Sans"/>
              </a:defRPr>
            </a:defPPr>
            <a:lvl1pPr>
              <a:defRPr sz="1350" b="0">
                <a:solidFill>
                  <a:srgbClr val="DAE4F3"/>
                </a:solidFill>
                <a:latin typeface="DejaVu Sans"/>
                <a:ea typeface="DejaVu Sans"/>
                <a:cs typeface="DejaVu Sans"/>
              </a:defRPr>
            </a:lvl1pPr>
            <a:lvl2pPr>
              <a:defRPr sz="1350" b="0">
                <a:solidFill>
                  <a:srgbClr val="DAE4F3"/>
                </a:solidFill>
                <a:latin typeface="DejaVu Sans"/>
                <a:ea typeface="DejaVu Sans"/>
                <a:cs typeface="DejaVu Sans"/>
              </a:defRPr>
            </a:lvl2pPr>
            <a:lvl3pPr>
              <a:defRPr sz="1350" b="0">
                <a:solidFill>
                  <a:srgbClr val="DAE4F3"/>
                </a:solidFill>
                <a:latin typeface="DejaVu Sans"/>
                <a:ea typeface="DejaVu Sans"/>
                <a:cs typeface="DejaVu Sans"/>
              </a:defRPr>
            </a:lvl3pPr>
            <a:lvl4pPr>
              <a:defRPr sz="1350" b="0">
                <a:solidFill>
                  <a:srgbClr val="DAE4F3"/>
                </a:solidFill>
                <a:latin typeface="DejaVu Sans"/>
                <a:ea typeface="DejaVu Sans"/>
                <a:cs typeface="DejaVu Sans"/>
              </a:defRPr>
            </a:lvl4pPr>
            <a:lvl5pPr>
              <a:defRPr sz="1350" b="0">
                <a:solidFill>
                  <a:srgbClr val="DAE4F3"/>
                </a:solidFill>
                <a:latin typeface="DejaVu Sans"/>
                <a:ea typeface="DejaVu Sans"/>
                <a:cs typeface="DejaVu Sans"/>
              </a:defRPr>
            </a:lvl5pPr>
            <a:lvl6pPr>
              <a:defRPr sz="1350" b="0">
                <a:solidFill>
                  <a:srgbClr val="DAE4F3"/>
                </a:solidFill>
                <a:latin typeface="DejaVu Sans"/>
                <a:ea typeface="DejaVu Sans"/>
                <a:cs typeface="DejaVu Sans"/>
              </a:defRPr>
            </a:lvl6pPr>
            <a:lvl7pPr>
              <a:defRPr sz="1350" b="0">
                <a:solidFill>
                  <a:srgbClr val="DAE4F3"/>
                </a:solidFill>
                <a:latin typeface="DejaVu Sans"/>
                <a:ea typeface="DejaVu Sans"/>
                <a:cs typeface="DejaVu Sans"/>
              </a:defRPr>
            </a:lvl7pPr>
            <a:lvl8pPr>
              <a:defRPr sz="1350" b="0">
                <a:solidFill>
                  <a:srgbClr val="DAE4F3"/>
                </a:solidFill>
                <a:latin typeface="DejaVu Sans"/>
                <a:ea typeface="DejaVu Sans"/>
                <a:cs typeface="DejaVu Sans"/>
              </a:defRPr>
            </a:lvl8pPr>
            <a:lvl9pPr>
              <a:defRPr sz="1350" b="0">
                <a:solidFill>
                  <a:srgbClr val="DAE4F3"/>
                </a:solidFill>
                <a:latin typeface="DejaVu Sans"/>
                <a:ea typeface="DejaVu Sans"/>
                <a:cs typeface="DejaVu Sans"/>
              </a:defRPr>
            </a:lvl9pPr>
          </a:lstStyle>
          <a:p xmlns:a="http://schemas.openxmlformats.org/drawingml/2006/main">
            <a:pPr>
              <a:defRPr sz="1350" b="0">
                <a:solidFill>
                  <a:srgbClr val="DAE4F3"/>
                </a:solidFill>
                <a:latin typeface="DejaVu Sans"/>
                <a:ea typeface="DejaVu Sans"/>
                <a:cs typeface="DejaVu Sans"/>
              </a:defRPr>
            </a:pPr>
            <a:r>
              <a:rPr sz="1350" b="0">
                <a:solidFill>
                  <a:srgbClr val="DAE4F3"/>
                </a:solidFill>
                <a:latin typeface="DejaVu Sans"/>
                <a:ea typeface="DejaVu Sans"/>
                <a:cs typeface="DejaVu Sans"/>
              </a:rPr>
              <a:t>Statistical prediction</a:t>
            </a:r>
          </a:p>
          <a:p xmlns:a="http://schemas.openxmlformats.org/drawingml/2006/main">
            <a:pPr>
              <a:defRPr sz="1350" b="0">
                <a:solidFill>
                  <a:srgbClr val="DAE4F3"/>
                </a:solidFill>
                <a:latin typeface="DejaVu Sans"/>
                <a:ea typeface="DejaVu Sans"/>
                <a:cs typeface="DejaVu Sans"/>
              </a:defRPr>
            </a:pPr>
            <a:r>
              <a:rPr sz="1350" b="0">
                <a:solidFill>
                  <a:srgbClr val="DAE4F3"/>
                </a:solidFill>
                <a:latin typeface="DejaVu Sans"/>
                <a:ea typeface="DejaVu Sans"/>
                <a:cs typeface="DejaVu Sans"/>
              </a:rPr>
              <a:t>Tabular + temporal signals</a:t>
            </a:r>
          </a:p>
        </p:txBody>
      </p:sp>
      <p:sp>
        <p:nvSpPr>
          <p:cNvPr id="22" name="">
            <a:extLst xmlns:a="http://schemas.openxmlformats.org/drawingml/2006/main">
              <a:ext uri="{FF2B5EF4-FFF2-40B4-BE49-F238E27FC236}">
                <a16:creationId xmlns:a16="http://schemas.microsoft.com/office/drawing/2014/main" id="{A5B51DA6-EF26-4B76-A611-D30B970DFED0}"/>
              </a:ext>
            </a:extLst>
          </p:cNvPr>
          <p:cNvSpPr>
            <a:spLocks xmlns:a="http://schemas.openxmlformats.org/drawingml/2006/main" noGrp="1"/>
          </p:cNvSpPr>
          <p:nvPr/>
        </p:nvSpPr>
        <p:spPr>
          <a:xfrm xmlns:a="http://schemas.openxmlformats.org/drawingml/2006/main">
            <a:off x="9896475" y="5248275"/>
            <a:ext cx="18002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75" b="1">
                <a:solidFill>
                  <a:srgbClr val="78DDD0"/>
                </a:solidFill>
                <a:latin typeface="DejaVu Sans"/>
                <a:ea typeface="DejaVu Sans"/>
                <a:cs typeface="DejaVu Sans"/>
              </a:defRPr>
            </a:defPPr>
            <a:lvl1pPr>
              <a:defRPr sz="1575" b="1">
                <a:solidFill>
                  <a:srgbClr val="78DDD0"/>
                </a:solidFill>
                <a:latin typeface="DejaVu Sans"/>
                <a:ea typeface="DejaVu Sans"/>
                <a:cs typeface="DejaVu Sans"/>
              </a:defRPr>
            </a:lvl1pPr>
            <a:lvl2pPr>
              <a:defRPr sz="1575" b="1">
                <a:solidFill>
                  <a:srgbClr val="78DDD0"/>
                </a:solidFill>
                <a:latin typeface="DejaVu Sans"/>
                <a:ea typeface="DejaVu Sans"/>
                <a:cs typeface="DejaVu Sans"/>
              </a:defRPr>
            </a:lvl2pPr>
            <a:lvl3pPr>
              <a:defRPr sz="1575" b="1">
                <a:solidFill>
                  <a:srgbClr val="78DDD0"/>
                </a:solidFill>
                <a:latin typeface="DejaVu Sans"/>
                <a:ea typeface="DejaVu Sans"/>
                <a:cs typeface="DejaVu Sans"/>
              </a:defRPr>
            </a:lvl3pPr>
            <a:lvl4pPr>
              <a:defRPr sz="1575" b="1">
                <a:solidFill>
                  <a:srgbClr val="78DDD0"/>
                </a:solidFill>
                <a:latin typeface="DejaVu Sans"/>
                <a:ea typeface="DejaVu Sans"/>
                <a:cs typeface="DejaVu Sans"/>
              </a:defRPr>
            </a:lvl4pPr>
            <a:lvl5pPr>
              <a:defRPr sz="1575" b="1">
                <a:solidFill>
                  <a:srgbClr val="78DDD0"/>
                </a:solidFill>
                <a:latin typeface="DejaVu Sans"/>
                <a:ea typeface="DejaVu Sans"/>
                <a:cs typeface="DejaVu Sans"/>
              </a:defRPr>
            </a:lvl5pPr>
            <a:lvl6pPr>
              <a:defRPr sz="1575" b="1">
                <a:solidFill>
                  <a:srgbClr val="78DDD0"/>
                </a:solidFill>
                <a:latin typeface="DejaVu Sans"/>
                <a:ea typeface="DejaVu Sans"/>
                <a:cs typeface="DejaVu Sans"/>
              </a:defRPr>
            </a:lvl6pPr>
            <a:lvl7pPr>
              <a:defRPr sz="1575" b="1">
                <a:solidFill>
                  <a:srgbClr val="78DDD0"/>
                </a:solidFill>
                <a:latin typeface="DejaVu Sans"/>
                <a:ea typeface="DejaVu Sans"/>
                <a:cs typeface="DejaVu Sans"/>
              </a:defRPr>
            </a:lvl7pPr>
            <a:lvl8pPr>
              <a:defRPr sz="1575" b="1">
                <a:solidFill>
                  <a:srgbClr val="78DDD0"/>
                </a:solidFill>
                <a:latin typeface="DejaVu Sans"/>
                <a:ea typeface="DejaVu Sans"/>
                <a:cs typeface="DejaVu Sans"/>
              </a:defRPr>
            </a:lvl8pPr>
            <a:lvl9pPr>
              <a:defRPr sz="1575" b="1">
                <a:solidFill>
                  <a:srgbClr val="78DDD0"/>
                </a:solidFill>
                <a:latin typeface="DejaVu Sans"/>
                <a:ea typeface="DejaVu Sans"/>
                <a:cs typeface="DejaVu Sans"/>
              </a:defRPr>
            </a:lvl9pPr>
          </a:lstStyle>
          <a:p xmlns:a="http://schemas.openxmlformats.org/drawingml/2006/main">
            <a:pPr>
              <a:defRPr sz="1575" b="1">
                <a:solidFill>
                  <a:srgbClr val="78DDD0"/>
                </a:solidFill>
                <a:latin typeface="DejaVu Sans"/>
                <a:ea typeface="DejaVu Sans"/>
                <a:cs typeface="DejaVu Sans"/>
              </a:defRPr>
            </a:pPr>
            <a:r>
              <a:rPr sz="1575" b="1">
                <a:solidFill>
                  <a:srgbClr val="78DDD0"/>
                </a:solidFill>
                <a:latin typeface="DejaVu Sans"/>
                <a:ea typeface="DejaVu Sans"/>
                <a:cs typeface="DejaVu Sans"/>
              </a:rPr>
              <a:t>Agentic AI</a:t>
            </a:r>
          </a:p>
        </p:txBody>
      </p:sp>
      <p:sp>
        <p:nvSpPr>
          <p:cNvPr id="23" name="">
            <a:extLst xmlns:a="http://schemas.openxmlformats.org/drawingml/2006/main">
              <a:ext uri="{FF2B5EF4-FFF2-40B4-BE49-F238E27FC236}">
                <a16:creationId xmlns:a16="http://schemas.microsoft.com/office/drawing/2014/main" id="{3731EA8F-F929-45F7-8BE5-D734CD0A164E}"/>
              </a:ext>
            </a:extLst>
          </p:cNvPr>
          <p:cNvSpPr>
            <a:spLocks xmlns:a="http://schemas.openxmlformats.org/drawingml/2006/main" noGrp="1"/>
          </p:cNvSpPr>
          <p:nvPr/>
        </p:nvSpPr>
        <p:spPr>
          <a:xfrm xmlns:a="http://schemas.openxmlformats.org/drawingml/2006/main">
            <a:off x="9896475" y="5629275"/>
            <a:ext cx="17811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0">
                <a:solidFill>
                  <a:srgbClr val="DAE4F3"/>
                </a:solidFill>
                <a:latin typeface="DejaVu Sans"/>
                <a:ea typeface="DejaVu Sans"/>
                <a:cs typeface="DejaVu Sans"/>
              </a:defRPr>
            </a:defPPr>
            <a:lvl1pPr>
              <a:defRPr sz="1350" b="0">
                <a:solidFill>
                  <a:srgbClr val="DAE4F3"/>
                </a:solidFill>
                <a:latin typeface="DejaVu Sans"/>
                <a:ea typeface="DejaVu Sans"/>
                <a:cs typeface="DejaVu Sans"/>
              </a:defRPr>
            </a:lvl1pPr>
            <a:lvl2pPr>
              <a:defRPr sz="1350" b="0">
                <a:solidFill>
                  <a:srgbClr val="DAE4F3"/>
                </a:solidFill>
                <a:latin typeface="DejaVu Sans"/>
                <a:ea typeface="DejaVu Sans"/>
                <a:cs typeface="DejaVu Sans"/>
              </a:defRPr>
            </a:lvl2pPr>
            <a:lvl3pPr>
              <a:defRPr sz="1350" b="0">
                <a:solidFill>
                  <a:srgbClr val="DAE4F3"/>
                </a:solidFill>
                <a:latin typeface="DejaVu Sans"/>
                <a:ea typeface="DejaVu Sans"/>
                <a:cs typeface="DejaVu Sans"/>
              </a:defRPr>
            </a:lvl3pPr>
            <a:lvl4pPr>
              <a:defRPr sz="1350" b="0">
                <a:solidFill>
                  <a:srgbClr val="DAE4F3"/>
                </a:solidFill>
                <a:latin typeface="DejaVu Sans"/>
                <a:ea typeface="DejaVu Sans"/>
                <a:cs typeface="DejaVu Sans"/>
              </a:defRPr>
            </a:lvl4pPr>
            <a:lvl5pPr>
              <a:defRPr sz="1350" b="0">
                <a:solidFill>
                  <a:srgbClr val="DAE4F3"/>
                </a:solidFill>
                <a:latin typeface="DejaVu Sans"/>
                <a:ea typeface="DejaVu Sans"/>
                <a:cs typeface="DejaVu Sans"/>
              </a:defRPr>
            </a:lvl5pPr>
            <a:lvl6pPr>
              <a:defRPr sz="1350" b="0">
                <a:solidFill>
                  <a:srgbClr val="DAE4F3"/>
                </a:solidFill>
                <a:latin typeface="DejaVu Sans"/>
                <a:ea typeface="DejaVu Sans"/>
                <a:cs typeface="DejaVu Sans"/>
              </a:defRPr>
            </a:lvl6pPr>
            <a:lvl7pPr>
              <a:defRPr sz="1350" b="0">
                <a:solidFill>
                  <a:srgbClr val="DAE4F3"/>
                </a:solidFill>
                <a:latin typeface="DejaVu Sans"/>
                <a:ea typeface="DejaVu Sans"/>
                <a:cs typeface="DejaVu Sans"/>
              </a:defRPr>
            </a:lvl7pPr>
            <a:lvl8pPr>
              <a:defRPr sz="1350" b="0">
                <a:solidFill>
                  <a:srgbClr val="DAE4F3"/>
                </a:solidFill>
                <a:latin typeface="DejaVu Sans"/>
                <a:ea typeface="DejaVu Sans"/>
                <a:cs typeface="DejaVu Sans"/>
              </a:defRPr>
            </a:lvl8pPr>
            <a:lvl9pPr>
              <a:defRPr sz="1350" b="0">
                <a:solidFill>
                  <a:srgbClr val="DAE4F3"/>
                </a:solidFill>
                <a:latin typeface="DejaVu Sans"/>
                <a:ea typeface="DejaVu Sans"/>
                <a:cs typeface="DejaVu Sans"/>
              </a:defRPr>
            </a:lvl9pPr>
          </a:lstStyle>
          <a:p xmlns:a="http://schemas.openxmlformats.org/drawingml/2006/main">
            <a:pPr>
              <a:defRPr sz="1350" b="0">
                <a:solidFill>
                  <a:srgbClr val="DAE4F3"/>
                </a:solidFill>
                <a:latin typeface="DejaVu Sans"/>
                <a:ea typeface="DejaVu Sans"/>
                <a:cs typeface="DejaVu Sans"/>
              </a:defRPr>
            </a:pPr>
            <a:r>
              <a:rPr sz="1350" b="0">
                <a:solidFill>
                  <a:srgbClr val="DAE4F3"/>
                </a:solidFill>
                <a:latin typeface="DejaVu Sans"/>
                <a:ea typeface="DejaVu Sans"/>
                <a:cs typeface="DejaVu Sans"/>
              </a:rPr>
              <a:t>Workflow control</a:t>
            </a:r>
          </a:p>
          <a:p xmlns:a="http://schemas.openxmlformats.org/drawingml/2006/main">
            <a:pPr>
              <a:defRPr sz="1350" b="0">
                <a:solidFill>
                  <a:srgbClr val="DAE4F3"/>
                </a:solidFill>
                <a:latin typeface="DejaVu Sans"/>
                <a:ea typeface="DejaVu Sans"/>
                <a:cs typeface="DejaVu Sans"/>
              </a:defRPr>
            </a:pPr>
            <a:r>
              <a:rPr sz="1350" b="0">
                <a:solidFill>
                  <a:srgbClr val="DAE4F3"/>
                </a:solidFill>
                <a:latin typeface="DejaVu Sans"/>
                <a:ea typeface="DejaVu Sans"/>
                <a:cs typeface="DejaVu Sans"/>
              </a:rPr>
              <a:t>Tools + state + feedback</a:t>
            </a:r>
          </a:p>
        </p:txBody>
      </p:sp>
      <p:sp>
        <p:nvSpPr>
          <p:cNvPr id="24" name="">
            <a:extLst xmlns:a="http://schemas.openxmlformats.org/drawingml/2006/main">
              <a:ext uri="{FF2B5EF4-FFF2-40B4-BE49-F238E27FC236}">
                <a16:creationId xmlns:a16="http://schemas.microsoft.com/office/drawing/2014/main" id="{2B3BA876-3AC0-4D2D-A6BB-5D22C4AB0552}"/>
              </a:ext>
            </a:extLst>
          </p:cNvPr>
          <p:cNvSpPr>
            <a:spLocks xmlns:a="http://schemas.openxmlformats.org/drawingml/2006/main" noGrp="1"/>
          </p:cNvSpPr>
          <p:nvPr/>
        </p:nvSpPr>
        <p:spPr>
          <a:xfrm xmlns:a="http://schemas.openxmlformats.org/drawingml/2006/main">
            <a:off x="514350" y="6334125"/>
            <a:ext cx="11144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6B5C9"/>
                </a:solidFill>
                <a:latin typeface="DejaVu Sans"/>
                <a:ea typeface="DejaVu Sans"/>
                <a:cs typeface="DejaVu Sans"/>
              </a:defRPr>
            </a:defPPr>
            <a:lvl1pPr>
              <a:defRPr sz="1200" b="0">
                <a:solidFill>
                  <a:srgbClr val="A6B5C9"/>
                </a:solidFill>
                <a:latin typeface="DejaVu Sans"/>
                <a:ea typeface="DejaVu Sans"/>
                <a:cs typeface="DejaVu Sans"/>
              </a:defRPr>
            </a:lvl1pPr>
            <a:lvl2pPr>
              <a:defRPr sz="1200" b="0">
                <a:solidFill>
                  <a:srgbClr val="A6B5C9"/>
                </a:solidFill>
                <a:latin typeface="DejaVu Sans"/>
                <a:ea typeface="DejaVu Sans"/>
                <a:cs typeface="DejaVu Sans"/>
              </a:defRPr>
            </a:lvl2pPr>
            <a:lvl3pPr>
              <a:defRPr sz="1200" b="0">
                <a:solidFill>
                  <a:srgbClr val="A6B5C9"/>
                </a:solidFill>
                <a:latin typeface="DejaVu Sans"/>
                <a:ea typeface="DejaVu Sans"/>
                <a:cs typeface="DejaVu Sans"/>
              </a:defRPr>
            </a:lvl3pPr>
            <a:lvl4pPr>
              <a:defRPr sz="1200" b="0">
                <a:solidFill>
                  <a:srgbClr val="A6B5C9"/>
                </a:solidFill>
                <a:latin typeface="DejaVu Sans"/>
                <a:ea typeface="DejaVu Sans"/>
                <a:cs typeface="DejaVu Sans"/>
              </a:defRPr>
            </a:lvl4pPr>
            <a:lvl5pPr>
              <a:defRPr sz="1200" b="0">
                <a:solidFill>
                  <a:srgbClr val="A6B5C9"/>
                </a:solidFill>
                <a:latin typeface="DejaVu Sans"/>
                <a:ea typeface="DejaVu Sans"/>
                <a:cs typeface="DejaVu Sans"/>
              </a:defRPr>
            </a:lvl5pPr>
            <a:lvl6pPr>
              <a:defRPr sz="1200" b="0">
                <a:solidFill>
                  <a:srgbClr val="A6B5C9"/>
                </a:solidFill>
                <a:latin typeface="DejaVu Sans"/>
                <a:ea typeface="DejaVu Sans"/>
                <a:cs typeface="DejaVu Sans"/>
              </a:defRPr>
            </a:lvl6pPr>
            <a:lvl7pPr>
              <a:defRPr sz="1200" b="0">
                <a:solidFill>
                  <a:srgbClr val="A6B5C9"/>
                </a:solidFill>
                <a:latin typeface="DejaVu Sans"/>
                <a:ea typeface="DejaVu Sans"/>
                <a:cs typeface="DejaVu Sans"/>
              </a:defRPr>
            </a:lvl7pPr>
            <a:lvl8pPr>
              <a:defRPr sz="1200" b="0">
                <a:solidFill>
                  <a:srgbClr val="A6B5C9"/>
                </a:solidFill>
                <a:latin typeface="DejaVu Sans"/>
                <a:ea typeface="DejaVu Sans"/>
                <a:cs typeface="DejaVu Sans"/>
              </a:defRPr>
            </a:lvl8pPr>
            <a:lvl9pPr>
              <a:defRPr sz="1200" b="0">
                <a:solidFill>
                  <a:srgbClr val="A6B5C9"/>
                </a:solidFill>
                <a:latin typeface="DejaVu Sans"/>
                <a:ea typeface="DejaVu Sans"/>
                <a:cs typeface="DejaVu Sans"/>
              </a:defRPr>
            </a:lvl9pPr>
          </a:lstStyle>
          <a:p xmlns:a="http://schemas.openxmlformats.org/drawingml/2006/main">
            <a:pPr>
              <a:defRPr sz="1200" b="0">
                <a:solidFill>
                  <a:srgbClr val="A6B5C9"/>
                </a:solidFill>
                <a:latin typeface="DejaVu Sans"/>
                <a:ea typeface="DejaVu Sans"/>
                <a:cs typeface="DejaVu Sans"/>
              </a:defRPr>
            </a:pPr>
            <a:r>
              <a:rPr sz="1200" b="0">
                <a:solidFill>
                  <a:srgbClr val="A6B5C9"/>
                </a:solidFill>
                <a:latin typeface="DejaVu Sans"/>
                <a:ea typeface="DejaVu Sans"/>
                <a:cs typeface="DejaVu Sans"/>
              </a:rPr>
              <a:t>Conceptual profile, not a fitted Gamma distribution. Skill categories have no numeric ordering,</a:t>
            </a:r>
          </a:p>
          <a:p xmlns:a="http://schemas.openxmlformats.org/drawingml/2006/main">
            <a:pPr>
              <a:defRPr sz="1200" b="0">
                <a:solidFill>
                  <a:srgbClr val="A6B5C9"/>
                </a:solidFill>
                <a:latin typeface="DejaVu Sans"/>
                <a:ea typeface="DejaVu Sans"/>
                <a:cs typeface="DejaVu Sans"/>
              </a:defRPr>
            </a:pPr>
            <a:r>
              <a:rPr sz="1200" b="0">
                <a:solidFill>
                  <a:srgbClr val="A6B5C9"/>
                </a:solidFill>
                <a:latin typeface="DejaVu Sans"/>
                <a:ea typeface="DejaVu Sans"/>
                <a:cs typeface="DejaVu Sans"/>
              </a:rPr>
              <a:t>so skewness and kurtosis are not statistically meaningful here.</a:t>
            </a:r>
          </a:p>
        </p:txBody>
      </p:sp>
    </p:spTree>
    <p:extLst>
      <p:ext uri="{BB962C8B-B14F-4D97-AF65-F5344CB8AC3E}">
        <p14:creationId xmlns:p14="http://schemas.microsoft.com/office/powerpoint/2010/main" val="120618884"/>
      </p:ext>
    </p:extLst>
  </p:cSld>
</p:sld>
</file>

<file path=ppt/slides/slide3.xml><?xml version="1.0" encoding="utf-8"?>
<p:sld xmlns:p="http://schemas.openxmlformats.org/presentationml/2006/main">
  <p:cSld>
    <p:bg>
      <p:bgPr>
        <a:solidFill xmlns:a="http://schemas.openxmlformats.org/drawingml/2006/main">
          <a:srgbClr val="0B1423"/>
        </a:solidFill>
      </p:bgPr>
    </p:bg>
    <p:spTree>
      <p:nvGrpSpPr>
        <p:cNvPr id="1" name=""/>
        <p:cNvGrpSpPr/>
        <p:nvPr/>
      </p:nvGrpSpPr>
      <p:grpSpPr>
        <a:xfrm xmlns:a="http://schemas.openxmlformats.org/drawingml/2006/main"/>
      </p:grpSpPr>
      <p:cxnSp>
        <p:nvCxnSpPr>
          <p:cNvPr id="53" name="">
            <a:extLst xmlns:a="http://schemas.openxmlformats.org/drawingml/2006/main">
              <a:ext uri="{FF2B5EF4-FFF2-40B4-BE49-F238E27FC236}">
                <a16:creationId xmlns:a16="http://schemas.microsoft.com/office/drawing/2014/main" id="{AE74ADC7-A499-463A-8069-87C9A6F11B0C}"/>
              </a:ext>
            </a:extLst>
          </p:cNvPr>
          <p:cNvCxnSpPr>
            <a:stCxn xmlns:a="http://schemas.openxmlformats.org/drawingml/2006/main" id="50" idx="1"/>
            <a:endCxn xmlns:a="http://schemas.openxmlformats.org/drawingml/2006/main" id="18" idx="2"/>
          </p:cNvCxnSpPr>
          <p:nvPr/>
        </p:nvCxnSpPr>
        <p:spPr>
          <a:xfrm xmlns:a="http://schemas.openxmlformats.org/drawingml/2006/main" flipV="1">
            <a:off x="2390775" y="5543550"/>
            <a:ext cx="1657350" cy="904875"/>
          </a:xfrm>
          <a:prstGeom xmlns:a="http://schemas.openxmlformats.org/drawingml/2006/main" prst="bentConnector4">
            <a:avLst/>
          </a:prstGeom>
          <a:ln xmlns:a="http://schemas.openxmlformats.org/drawingml/2006/main" w="14288">
            <a:solidFill>
              <a:srgbClr val="FFCE79"/>
            </a:solidFill>
            <a:prstDash val="dash"/>
            <a:tailEnd type="arrow" w="sm" len="sm"/>
          </a:ln>
        </p:spPr>
      </p:cxnSp>
      <p:cxnSp>
        <p:nvCxnSpPr>
          <p:cNvPr id="52" name="">
            <a:extLst xmlns:a="http://schemas.openxmlformats.org/drawingml/2006/main">
              <a:ext uri="{FF2B5EF4-FFF2-40B4-BE49-F238E27FC236}">
                <a16:creationId xmlns:a16="http://schemas.microsoft.com/office/drawing/2014/main" id="{D40CFE36-5899-4E5D-9D7C-BD591D64F13C}"/>
              </a:ext>
            </a:extLst>
          </p:cNvPr>
          <p:cNvCxnSpPr>
            <a:stCxn xmlns:a="http://schemas.openxmlformats.org/drawingml/2006/main" id="32" idx="2"/>
            <a:endCxn xmlns:a="http://schemas.openxmlformats.org/drawingml/2006/main" id="50" idx="3"/>
          </p:cNvCxnSpPr>
          <p:nvPr/>
        </p:nvCxnSpPr>
        <p:spPr>
          <a:xfrm xmlns:a="http://schemas.openxmlformats.org/drawingml/2006/main" flipH="1">
            <a:off x="9763125" y="5876925"/>
            <a:ext cx="209550" cy="571500"/>
          </a:xfrm>
          <a:prstGeom xmlns:a="http://schemas.openxmlformats.org/drawingml/2006/main" prst="bentConnector3">
            <a:avLst>
              <a:gd name="adj1" fmla="val 0"/>
            </a:avLst>
          </a:prstGeom>
          <a:ln xmlns:a="http://schemas.openxmlformats.org/drawingml/2006/main" w="14288">
            <a:solidFill>
              <a:srgbClr val="FFCE79"/>
            </a:solidFill>
            <a:prstDash val="dash"/>
            <a:tailEnd type="arrow" w="sm" len="sm"/>
          </a:ln>
        </p:spPr>
      </p:cxnSp>
      <p:cxnSp>
        <p:nvCxnSpPr>
          <p:cNvPr id="49" name="">
            <a:extLst xmlns:a="http://schemas.openxmlformats.org/drawingml/2006/main">
              <a:ext uri="{FF2B5EF4-FFF2-40B4-BE49-F238E27FC236}">
                <a16:creationId xmlns:a16="http://schemas.microsoft.com/office/drawing/2014/main" id="{BE2A7872-0014-45F3-BE29-2F14E8CEB9DC}"/>
              </a:ext>
            </a:extLst>
          </p:cNvPr>
          <p:cNvCxnSpPr>
            <a:stCxn xmlns:a="http://schemas.openxmlformats.org/drawingml/2006/main" id="18" idx="6"/>
            <a:endCxn xmlns:a="http://schemas.openxmlformats.org/drawingml/2006/main" id="32" idx="1"/>
          </p:cNvCxnSpPr>
          <p:nvPr/>
        </p:nvCxnSpPr>
        <p:spPr>
          <a:xfrm xmlns:a="http://schemas.openxmlformats.org/drawingml/2006/main">
            <a:off x="5610225" y="5543550"/>
            <a:ext cx="2638425" cy="109538"/>
          </a:xfrm>
          <a:prstGeom xmlns:a="http://schemas.openxmlformats.org/drawingml/2006/main" prst="straightConnector1">
            <a:avLst/>
          </a:prstGeom>
          <a:ln xmlns:a="http://schemas.openxmlformats.org/drawingml/2006/main" w="14288">
            <a:solidFill>
              <a:srgbClr val="486E89"/>
            </a:solidFill>
            <a:prstDash val="solid"/>
            <a:tailEnd type="arrow" w="sm" len="sm"/>
          </a:ln>
        </p:spPr>
      </p:cxnSp>
      <p:cxnSp>
        <p:nvCxnSpPr>
          <p:cNvPr id="48" name="">
            <a:extLst xmlns:a="http://schemas.openxmlformats.org/drawingml/2006/main">
              <a:ext uri="{FF2B5EF4-FFF2-40B4-BE49-F238E27FC236}">
                <a16:creationId xmlns:a16="http://schemas.microsoft.com/office/drawing/2014/main" id="{648CC930-659F-4C1D-B927-4EE94100B392}"/>
              </a:ext>
            </a:extLst>
          </p:cNvPr>
          <p:cNvCxnSpPr>
            <a:stCxn xmlns:a="http://schemas.openxmlformats.org/drawingml/2006/main" id="18" idx="6"/>
            <a:endCxn xmlns:a="http://schemas.openxmlformats.org/drawingml/2006/main" id="22" idx="1"/>
          </p:cNvCxnSpPr>
          <p:nvPr/>
        </p:nvCxnSpPr>
        <p:spPr>
          <a:xfrm xmlns:a="http://schemas.openxmlformats.org/drawingml/2006/main" flipV="1">
            <a:off x="5610225" y="2795588"/>
            <a:ext cx="2638425" cy="2747963"/>
          </a:xfrm>
          <a:prstGeom xmlns:a="http://schemas.openxmlformats.org/drawingml/2006/main" prst="straightConnector1">
            <a:avLst/>
          </a:prstGeom>
          <a:ln xmlns:a="http://schemas.openxmlformats.org/drawingml/2006/main" w="14288">
            <a:solidFill>
              <a:srgbClr val="486E89"/>
            </a:solidFill>
            <a:prstDash val="solid"/>
            <a:tailEnd type="arrow" w="sm" len="sm"/>
          </a:ln>
        </p:spPr>
      </p:cxnSp>
      <p:cxnSp>
        <p:nvCxnSpPr>
          <p:cNvPr id="47" name="">
            <a:extLst xmlns:a="http://schemas.openxmlformats.org/drawingml/2006/main">
              <a:ext uri="{FF2B5EF4-FFF2-40B4-BE49-F238E27FC236}">
                <a16:creationId xmlns:a16="http://schemas.microsoft.com/office/drawing/2014/main" id="{C67D4A11-C2C2-46BD-BDA0-561E728CE22D}"/>
              </a:ext>
            </a:extLst>
          </p:cNvPr>
          <p:cNvCxnSpPr>
            <a:stCxn xmlns:a="http://schemas.openxmlformats.org/drawingml/2006/main" id="18" idx="6"/>
            <a:endCxn xmlns:a="http://schemas.openxmlformats.org/drawingml/2006/main" id="20" idx="1"/>
          </p:cNvCxnSpPr>
          <p:nvPr/>
        </p:nvCxnSpPr>
        <p:spPr>
          <a:xfrm xmlns:a="http://schemas.openxmlformats.org/drawingml/2006/main" flipV="1">
            <a:off x="5610225" y="2224088"/>
            <a:ext cx="2638425" cy="3319463"/>
          </a:xfrm>
          <a:prstGeom xmlns:a="http://schemas.openxmlformats.org/drawingml/2006/main" prst="straightConnector1">
            <a:avLst/>
          </a:prstGeom>
          <a:ln xmlns:a="http://schemas.openxmlformats.org/drawingml/2006/main" w="14288">
            <a:solidFill>
              <a:srgbClr val="486E89"/>
            </a:solidFill>
            <a:prstDash val="solid"/>
            <a:tailEnd type="arrow" w="sm" len="sm"/>
          </a:ln>
        </p:spPr>
      </p:cxnSp>
      <p:cxnSp>
        <p:nvCxnSpPr>
          <p:cNvPr id="46" name="">
            <a:extLst xmlns:a="http://schemas.openxmlformats.org/drawingml/2006/main">
              <a:ext uri="{FF2B5EF4-FFF2-40B4-BE49-F238E27FC236}">
                <a16:creationId xmlns:a16="http://schemas.microsoft.com/office/drawing/2014/main" id="{81E331D7-F016-4125-8786-AEB004FEF6FB}"/>
              </a:ext>
            </a:extLst>
          </p:cNvPr>
          <p:cNvCxnSpPr>
            <a:stCxn xmlns:a="http://schemas.openxmlformats.org/drawingml/2006/main" id="16" idx="6"/>
            <a:endCxn xmlns:a="http://schemas.openxmlformats.org/drawingml/2006/main" id="26" idx="1"/>
          </p:cNvCxnSpPr>
          <p:nvPr/>
        </p:nvCxnSpPr>
        <p:spPr>
          <a:xfrm xmlns:a="http://schemas.openxmlformats.org/drawingml/2006/main" flipV="1">
            <a:off x="5610225" y="3938588"/>
            <a:ext cx="2638425" cy="585788"/>
          </a:xfrm>
          <a:prstGeom xmlns:a="http://schemas.openxmlformats.org/drawingml/2006/main" prst="straightConnector1">
            <a:avLst/>
          </a:prstGeom>
          <a:ln xmlns:a="http://schemas.openxmlformats.org/drawingml/2006/main" w="14288">
            <a:solidFill>
              <a:srgbClr val="486E89"/>
            </a:solidFill>
            <a:prstDash val="solid"/>
            <a:tailEnd type="arrow" w="sm" len="sm"/>
          </a:ln>
        </p:spPr>
      </p:cxnSp>
      <p:cxnSp>
        <p:nvCxnSpPr>
          <p:cNvPr id="45" name="">
            <a:extLst xmlns:a="http://schemas.openxmlformats.org/drawingml/2006/main">
              <a:ext uri="{FF2B5EF4-FFF2-40B4-BE49-F238E27FC236}">
                <a16:creationId xmlns:a16="http://schemas.microsoft.com/office/drawing/2014/main" id="{58837C13-645C-4561-AF96-0393F2AD8056}"/>
              </a:ext>
            </a:extLst>
          </p:cNvPr>
          <p:cNvCxnSpPr>
            <a:stCxn xmlns:a="http://schemas.openxmlformats.org/drawingml/2006/main" id="14" idx="6"/>
            <a:endCxn xmlns:a="http://schemas.openxmlformats.org/drawingml/2006/main" id="30" idx="1"/>
          </p:cNvCxnSpPr>
          <p:nvPr/>
        </p:nvCxnSpPr>
        <p:spPr>
          <a:xfrm xmlns:a="http://schemas.openxmlformats.org/drawingml/2006/main">
            <a:off x="5610225" y="3505200"/>
            <a:ext cx="2638425" cy="1576388"/>
          </a:xfrm>
          <a:prstGeom xmlns:a="http://schemas.openxmlformats.org/drawingml/2006/main" prst="straightConnector1">
            <a:avLst/>
          </a:prstGeom>
          <a:ln xmlns:a="http://schemas.openxmlformats.org/drawingml/2006/main" w="14288">
            <a:solidFill>
              <a:srgbClr val="3E8B85"/>
            </a:solidFill>
            <a:prstDash val="solid"/>
            <a:tailEnd type="arrow" w="sm" len="sm"/>
          </a:ln>
        </p:spPr>
      </p:cxnSp>
      <p:cxnSp>
        <p:nvCxnSpPr>
          <p:cNvPr id="44" name="">
            <a:extLst xmlns:a="http://schemas.openxmlformats.org/drawingml/2006/main">
              <a:ext uri="{FF2B5EF4-FFF2-40B4-BE49-F238E27FC236}">
                <a16:creationId xmlns:a16="http://schemas.microsoft.com/office/drawing/2014/main" id="{ECE3DD12-747B-422C-A95A-E0DA5980F83F}"/>
              </a:ext>
            </a:extLst>
          </p:cNvPr>
          <p:cNvCxnSpPr>
            <a:stCxn xmlns:a="http://schemas.openxmlformats.org/drawingml/2006/main" id="14" idx="6"/>
            <a:endCxn xmlns:a="http://schemas.openxmlformats.org/drawingml/2006/main" id="28" idx="1"/>
          </p:cNvCxnSpPr>
          <p:nvPr/>
        </p:nvCxnSpPr>
        <p:spPr>
          <a:xfrm xmlns:a="http://schemas.openxmlformats.org/drawingml/2006/main">
            <a:off x="5610225" y="3505200"/>
            <a:ext cx="2638425" cy="1004888"/>
          </a:xfrm>
          <a:prstGeom xmlns:a="http://schemas.openxmlformats.org/drawingml/2006/main" prst="straightConnector1">
            <a:avLst/>
          </a:prstGeom>
          <a:ln xmlns:a="http://schemas.openxmlformats.org/drawingml/2006/main" w="14288">
            <a:solidFill>
              <a:srgbClr val="3E8B85"/>
            </a:solidFill>
            <a:prstDash val="solid"/>
            <a:tailEnd type="arrow" w="sm" len="sm"/>
          </a:ln>
        </p:spPr>
      </p:cxnSp>
      <p:cxnSp>
        <p:nvCxnSpPr>
          <p:cNvPr id="43" name="">
            <a:extLst xmlns:a="http://schemas.openxmlformats.org/drawingml/2006/main">
              <a:ext uri="{FF2B5EF4-FFF2-40B4-BE49-F238E27FC236}">
                <a16:creationId xmlns:a16="http://schemas.microsoft.com/office/drawing/2014/main" id="{D3890B9C-6E1F-413B-B894-ED59BB905E04}"/>
              </a:ext>
            </a:extLst>
          </p:cNvPr>
          <p:cNvCxnSpPr>
            <a:stCxn xmlns:a="http://schemas.openxmlformats.org/drawingml/2006/main" id="14" idx="6"/>
            <a:endCxn xmlns:a="http://schemas.openxmlformats.org/drawingml/2006/main" id="26" idx="1"/>
          </p:cNvCxnSpPr>
          <p:nvPr/>
        </p:nvCxnSpPr>
        <p:spPr>
          <a:xfrm xmlns:a="http://schemas.openxmlformats.org/drawingml/2006/main">
            <a:off x="5610225" y="3505200"/>
            <a:ext cx="2638425" cy="433388"/>
          </a:xfrm>
          <a:prstGeom xmlns:a="http://schemas.openxmlformats.org/drawingml/2006/main" prst="straightConnector1">
            <a:avLst/>
          </a:prstGeom>
          <a:ln xmlns:a="http://schemas.openxmlformats.org/drawingml/2006/main" w="14288">
            <a:solidFill>
              <a:srgbClr val="3E8B85"/>
            </a:solidFill>
            <a:prstDash val="solid"/>
            <a:tailEnd type="arrow" w="sm" len="sm"/>
          </a:ln>
        </p:spPr>
      </p:cxnSp>
      <p:cxnSp>
        <p:nvCxnSpPr>
          <p:cNvPr id="42" name="">
            <a:extLst xmlns:a="http://schemas.openxmlformats.org/drawingml/2006/main">
              <a:ext uri="{FF2B5EF4-FFF2-40B4-BE49-F238E27FC236}">
                <a16:creationId xmlns:a16="http://schemas.microsoft.com/office/drawing/2014/main" id="{9E41CDA5-690A-48BD-97DB-883EC385E462}"/>
              </a:ext>
            </a:extLst>
          </p:cNvPr>
          <p:cNvCxnSpPr>
            <a:stCxn xmlns:a="http://schemas.openxmlformats.org/drawingml/2006/main" id="12" idx="6"/>
            <a:endCxn xmlns:a="http://schemas.openxmlformats.org/drawingml/2006/main" id="24" idx="1"/>
          </p:cNvCxnSpPr>
          <p:nvPr/>
        </p:nvCxnSpPr>
        <p:spPr>
          <a:xfrm xmlns:a="http://schemas.openxmlformats.org/drawingml/2006/main">
            <a:off x="5610225" y="2486025"/>
            <a:ext cx="2638425" cy="881063"/>
          </a:xfrm>
          <a:prstGeom xmlns:a="http://schemas.openxmlformats.org/drawingml/2006/main" prst="straightConnector1">
            <a:avLst/>
          </a:prstGeom>
          <a:ln xmlns:a="http://schemas.openxmlformats.org/drawingml/2006/main" w="14288">
            <a:solidFill>
              <a:srgbClr val="71639B"/>
            </a:solidFill>
            <a:prstDash val="solid"/>
            <a:tailEnd type="arrow" w="sm" len="sm"/>
          </a:ln>
        </p:spPr>
      </p:cxnSp>
      <p:cxnSp>
        <p:nvCxnSpPr>
          <p:cNvPr id="41" name="">
            <a:extLst xmlns:a="http://schemas.openxmlformats.org/drawingml/2006/main">
              <a:ext uri="{FF2B5EF4-FFF2-40B4-BE49-F238E27FC236}">
                <a16:creationId xmlns:a16="http://schemas.microsoft.com/office/drawing/2014/main" id="{E78338D1-83D0-4879-9B58-503D24FFDECB}"/>
              </a:ext>
            </a:extLst>
          </p:cNvPr>
          <p:cNvCxnSpPr>
            <a:stCxn xmlns:a="http://schemas.openxmlformats.org/drawingml/2006/main" id="12" idx="6"/>
            <a:endCxn xmlns:a="http://schemas.openxmlformats.org/drawingml/2006/main" id="22" idx="1"/>
          </p:cNvCxnSpPr>
          <p:nvPr/>
        </p:nvCxnSpPr>
        <p:spPr>
          <a:xfrm xmlns:a="http://schemas.openxmlformats.org/drawingml/2006/main">
            <a:off x="5610225" y="2486025"/>
            <a:ext cx="2638425" cy="309563"/>
          </a:xfrm>
          <a:prstGeom xmlns:a="http://schemas.openxmlformats.org/drawingml/2006/main" prst="straightConnector1">
            <a:avLst/>
          </a:prstGeom>
          <a:ln xmlns:a="http://schemas.openxmlformats.org/drawingml/2006/main" w="14288">
            <a:solidFill>
              <a:srgbClr val="71639B"/>
            </a:solidFill>
            <a:prstDash val="solid"/>
            <a:tailEnd type="arrow" w="sm" len="sm"/>
          </a:ln>
        </p:spPr>
      </p:cxnSp>
      <p:cxnSp>
        <p:nvCxnSpPr>
          <p:cNvPr id="40" name="">
            <a:extLst xmlns:a="http://schemas.openxmlformats.org/drawingml/2006/main">
              <a:ext uri="{FF2B5EF4-FFF2-40B4-BE49-F238E27FC236}">
                <a16:creationId xmlns:a16="http://schemas.microsoft.com/office/drawing/2014/main" id="{3E114984-2D10-4A7A-AAE8-DED4A74A064B}"/>
              </a:ext>
            </a:extLst>
          </p:cNvPr>
          <p:cNvCxnSpPr>
            <a:stCxn xmlns:a="http://schemas.openxmlformats.org/drawingml/2006/main" id="12" idx="6"/>
            <a:endCxn xmlns:a="http://schemas.openxmlformats.org/drawingml/2006/main" id="20" idx="1"/>
          </p:cNvCxnSpPr>
          <p:nvPr/>
        </p:nvCxnSpPr>
        <p:spPr>
          <a:xfrm xmlns:a="http://schemas.openxmlformats.org/drawingml/2006/main" flipV="1">
            <a:off x="5610225" y="2224088"/>
            <a:ext cx="2638425" cy="261938"/>
          </a:xfrm>
          <a:prstGeom xmlns:a="http://schemas.openxmlformats.org/drawingml/2006/main" prst="straightConnector1">
            <a:avLst/>
          </a:prstGeom>
          <a:ln xmlns:a="http://schemas.openxmlformats.org/drawingml/2006/main" w="14288">
            <a:solidFill>
              <a:srgbClr val="71639B"/>
            </a:solidFill>
            <a:prstDash val="solid"/>
            <a:tailEnd type="arrow" w="sm" len="sm"/>
          </a:ln>
        </p:spPr>
      </p:cxnSp>
      <p:cxnSp>
        <p:nvCxnSpPr>
          <p:cNvPr id="39" name="">
            <a:extLst xmlns:a="http://schemas.openxmlformats.org/drawingml/2006/main">
              <a:ext uri="{FF2B5EF4-FFF2-40B4-BE49-F238E27FC236}">
                <a16:creationId xmlns:a16="http://schemas.microsoft.com/office/drawing/2014/main" id="{7896EB9D-09AC-4C53-8008-C0C94484E3C3}"/>
              </a:ext>
            </a:extLst>
          </p:cNvPr>
          <p:cNvCxnSpPr>
            <a:stCxn xmlns:a="http://schemas.openxmlformats.org/drawingml/2006/main" id="10" idx="6"/>
            <a:endCxn xmlns:a="http://schemas.openxmlformats.org/drawingml/2006/main" id="14" idx="2"/>
          </p:cNvCxnSpPr>
          <p:nvPr/>
        </p:nvCxnSpPr>
        <p:spPr>
          <a:xfrm xmlns:a="http://schemas.openxmlformats.org/drawingml/2006/main" flipV="1">
            <a:off x="2095500" y="3505200"/>
            <a:ext cx="1952625" cy="1781175"/>
          </a:xfrm>
          <a:prstGeom xmlns:a="http://schemas.openxmlformats.org/drawingml/2006/main" prst="straightConnector1">
            <a:avLst/>
          </a:prstGeom>
          <a:ln xmlns:a="http://schemas.openxmlformats.org/drawingml/2006/main" w="14288">
            <a:solidFill>
              <a:srgbClr val="36536F"/>
            </a:solidFill>
            <a:prstDash val="solid"/>
            <a:tailEnd type="arrow" w="sm" len="sm"/>
          </a:ln>
        </p:spPr>
      </p:cxnSp>
      <p:cxnSp>
        <p:nvCxnSpPr>
          <p:cNvPr id="38" name="">
            <a:extLst xmlns:a="http://schemas.openxmlformats.org/drawingml/2006/main">
              <a:ext uri="{FF2B5EF4-FFF2-40B4-BE49-F238E27FC236}">
                <a16:creationId xmlns:a16="http://schemas.microsoft.com/office/drawing/2014/main" id="{0D8665A9-8B13-430A-BBD0-F23EC5A8F00B}"/>
              </a:ext>
            </a:extLst>
          </p:cNvPr>
          <p:cNvCxnSpPr>
            <a:stCxn xmlns:a="http://schemas.openxmlformats.org/drawingml/2006/main" id="10" idx="6"/>
            <a:endCxn xmlns:a="http://schemas.openxmlformats.org/drawingml/2006/main" id="16" idx="2"/>
          </p:cNvCxnSpPr>
          <p:nvPr/>
        </p:nvCxnSpPr>
        <p:spPr>
          <a:xfrm xmlns:a="http://schemas.openxmlformats.org/drawingml/2006/main" flipV="1">
            <a:off x="2095500" y="4524375"/>
            <a:ext cx="1952625" cy="762000"/>
          </a:xfrm>
          <a:prstGeom xmlns:a="http://schemas.openxmlformats.org/drawingml/2006/main" prst="straightConnector1">
            <a:avLst/>
          </a:prstGeom>
          <a:ln xmlns:a="http://schemas.openxmlformats.org/drawingml/2006/main" w="14288">
            <a:solidFill>
              <a:srgbClr val="36536F"/>
            </a:solidFill>
            <a:prstDash val="solid"/>
            <a:tailEnd type="arrow" w="sm" len="sm"/>
          </a:ln>
        </p:spPr>
      </p:cxnSp>
      <p:cxnSp>
        <p:nvCxnSpPr>
          <p:cNvPr id="37" name="">
            <a:extLst xmlns:a="http://schemas.openxmlformats.org/drawingml/2006/main">
              <a:ext uri="{FF2B5EF4-FFF2-40B4-BE49-F238E27FC236}">
                <a16:creationId xmlns:a16="http://schemas.microsoft.com/office/drawing/2014/main" id="{0DF9CD11-43C8-4DD1-AC64-C0BC519FC1AD}"/>
              </a:ext>
            </a:extLst>
          </p:cNvPr>
          <p:cNvCxnSpPr>
            <a:stCxn xmlns:a="http://schemas.openxmlformats.org/drawingml/2006/main" id="8" idx="6"/>
            <a:endCxn xmlns:a="http://schemas.openxmlformats.org/drawingml/2006/main" id="18" idx="2"/>
          </p:cNvCxnSpPr>
          <p:nvPr/>
        </p:nvCxnSpPr>
        <p:spPr>
          <a:xfrm xmlns:a="http://schemas.openxmlformats.org/drawingml/2006/main">
            <a:off x="2095500" y="3962400"/>
            <a:ext cx="1952625" cy="1581150"/>
          </a:xfrm>
          <a:prstGeom xmlns:a="http://schemas.openxmlformats.org/drawingml/2006/main" prst="straightConnector1">
            <a:avLst/>
          </a:prstGeom>
          <a:ln xmlns:a="http://schemas.openxmlformats.org/drawingml/2006/main" w="14288">
            <a:solidFill>
              <a:srgbClr val="36536F"/>
            </a:solidFill>
            <a:prstDash val="solid"/>
            <a:tailEnd type="arrow" w="sm" len="sm"/>
          </a:ln>
        </p:spPr>
      </p:cxnSp>
      <p:cxnSp>
        <p:nvCxnSpPr>
          <p:cNvPr id="36" name="">
            <a:extLst xmlns:a="http://schemas.openxmlformats.org/drawingml/2006/main">
              <a:ext uri="{FF2B5EF4-FFF2-40B4-BE49-F238E27FC236}">
                <a16:creationId xmlns:a16="http://schemas.microsoft.com/office/drawing/2014/main" id="{69A685FE-912F-462F-8AFF-8976441A3B74}"/>
              </a:ext>
            </a:extLst>
          </p:cNvPr>
          <p:cNvCxnSpPr>
            <a:stCxn xmlns:a="http://schemas.openxmlformats.org/drawingml/2006/main" id="8" idx="6"/>
            <a:endCxn xmlns:a="http://schemas.openxmlformats.org/drawingml/2006/main" id="14" idx="2"/>
          </p:cNvCxnSpPr>
          <p:nvPr/>
        </p:nvCxnSpPr>
        <p:spPr>
          <a:xfrm xmlns:a="http://schemas.openxmlformats.org/drawingml/2006/main" flipV="1">
            <a:off x="2095500" y="3505200"/>
            <a:ext cx="1952625" cy="457200"/>
          </a:xfrm>
          <a:prstGeom xmlns:a="http://schemas.openxmlformats.org/drawingml/2006/main" prst="straightConnector1">
            <a:avLst/>
          </a:prstGeom>
          <a:ln xmlns:a="http://schemas.openxmlformats.org/drawingml/2006/main" w="14288">
            <a:solidFill>
              <a:srgbClr val="36536F"/>
            </a:solidFill>
            <a:prstDash val="solid"/>
            <a:tailEnd type="arrow" w="sm" len="sm"/>
          </a:ln>
        </p:spPr>
      </p:cxnSp>
      <p:cxnSp>
        <p:nvCxnSpPr>
          <p:cNvPr id="35" name="">
            <a:extLst xmlns:a="http://schemas.openxmlformats.org/drawingml/2006/main">
              <a:ext uri="{FF2B5EF4-FFF2-40B4-BE49-F238E27FC236}">
                <a16:creationId xmlns:a16="http://schemas.microsoft.com/office/drawing/2014/main" id="{56FB5E10-2D29-4E2A-A0C4-887BFD43FB5D}"/>
              </a:ext>
            </a:extLst>
          </p:cNvPr>
          <p:cNvCxnSpPr>
            <a:stCxn xmlns:a="http://schemas.openxmlformats.org/drawingml/2006/main" id="6" idx="6"/>
            <a:endCxn xmlns:a="http://schemas.openxmlformats.org/drawingml/2006/main" id="18" idx="2"/>
          </p:cNvCxnSpPr>
          <p:nvPr/>
        </p:nvCxnSpPr>
        <p:spPr>
          <a:xfrm xmlns:a="http://schemas.openxmlformats.org/drawingml/2006/main">
            <a:off x="2095500" y="2638425"/>
            <a:ext cx="1952625" cy="2905125"/>
          </a:xfrm>
          <a:prstGeom xmlns:a="http://schemas.openxmlformats.org/drawingml/2006/main" prst="straightConnector1">
            <a:avLst/>
          </a:prstGeom>
          <a:ln xmlns:a="http://schemas.openxmlformats.org/drawingml/2006/main" w="14288">
            <a:solidFill>
              <a:srgbClr val="36536F"/>
            </a:solidFill>
            <a:prstDash val="solid"/>
            <a:tailEnd type="arrow" w="sm" len="sm"/>
          </a:ln>
        </p:spPr>
      </p:cxnSp>
      <p:cxnSp>
        <p:nvCxnSpPr>
          <p:cNvPr id="34" name="">
            <a:extLst xmlns:a="http://schemas.openxmlformats.org/drawingml/2006/main">
              <a:ext uri="{FF2B5EF4-FFF2-40B4-BE49-F238E27FC236}">
                <a16:creationId xmlns:a16="http://schemas.microsoft.com/office/drawing/2014/main" id="{30389A8F-0075-4D8F-BBFC-D61EE2DF3C44}"/>
              </a:ext>
            </a:extLst>
          </p:cNvPr>
          <p:cNvCxnSpPr>
            <a:stCxn xmlns:a="http://schemas.openxmlformats.org/drawingml/2006/main" id="6" idx="6"/>
            <a:endCxn xmlns:a="http://schemas.openxmlformats.org/drawingml/2006/main" id="12" idx="2"/>
          </p:cNvCxnSpPr>
          <p:nvPr/>
        </p:nvCxnSpPr>
        <p:spPr>
          <a:xfrm xmlns:a="http://schemas.openxmlformats.org/drawingml/2006/main" flipV="1">
            <a:off x="2095500" y="2486025"/>
            <a:ext cx="1952625" cy="152400"/>
          </a:xfrm>
          <a:prstGeom xmlns:a="http://schemas.openxmlformats.org/drawingml/2006/main" prst="straightConnector1">
            <a:avLst/>
          </a:prstGeom>
          <a:ln xmlns:a="http://schemas.openxmlformats.org/drawingml/2006/main" w="14288">
            <a:solidFill>
              <a:srgbClr val="36536F"/>
            </a:solidFill>
            <a:prstDash val="solid"/>
            <a:tailEnd type="arrow" w="sm" len="sm"/>
          </a:ln>
        </p:spPr>
      </p:cxnSp>
      <p:sp>
        <p:nvSpPr>
          <p:cNvPr id="55" name="">
            <a:extLst xmlns:a="http://schemas.openxmlformats.org/drawingml/2006/main">
              <a:ext uri="{FF2B5EF4-FFF2-40B4-BE49-F238E27FC236}">
                <a16:creationId xmlns:a16="http://schemas.microsoft.com/office/drawing/2014/main" id="{B3F2B851-5A98-4595-9D29-FA86A4346DA4}"/>
              </a:ext>
            </a:extLst>
          </p:cNvPr>
          <p:cNvSpPr>
            <a:spLocks xmlns:a="http://schemas.openxmlformats.org/drawingml/2006/main" noGrp="1"/>
          </p:cNvSpPr>
          <p:nvPr/>
        </p:nvSpPr>
        <p:spPr>
          <a:xfrm xmlns:a="http://schemas.openxmlformats.org/drawingml/2006/main">
            <a:off x="457200" y="285750"/>
            <a:ext cx="11239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F2F5FC"/>
                </a:solidFill>
                <a:latin typeface="DejaVu Sans"/>
                <a:ea typeface="DejaVu Sans"/>
                <a:cs typeface="DejaVu Sans"/>
              </a:defRPr>
            </a:defPPr>
            <a:lvl1pPr>
              <a:defRPr sz="3300" b="1">
                <a:solidFill>
                  <a:srgbClr val="F2F5FC"/>
                </a:solidFill>
                <a:latin typeface="DejaVu Sans"/>
                <a:ea typeface="DejaVu Sans"/>
                <a:cs typeface="DejaVu Sans"/>
              </a:defRPr>
            </a:lvl1pPr>
            <a:lvl2pPr>
              <a:defRPr sz="3300" b="1">
                <a:solidFill>
                  <a:srgbClr val="F2F5FC"/>
                </a:solidFill>
                <a:latin typeface="DejaVu Sans"/>
                <a:ea typeface="DejaVu Sans"/>
                <a:cs typeface="DejaVu Sans"/>
              </a:defRPr>
            </a:lvl2pPr>
            <a:lvl3pPr>
              <a:defRPr sz="3300" b="1">
                <a:solidFill>
                  <a:srgbClr val="F2F5FC"/>
                </a:solidFill>
                <a:latin typeface="DejaVu Sans"/>
                <a:ea typeface="DejaVu Sans"/>
                <a:cs typeface="DejaVu Sans"/>
              </a:defRPr>
            </a:lvl3pPr>
            <a:lvl4pPr>
              <a:defRPr sz="3300" b="1">
                <a:solidFill>
                  <a:srgbClr val="F2F5FC"/>
                </a:solidFill>
                <a:latin typeface="DejaVu Sans"/>
                <a:ea typeface="DejaVu Sans"/>
                <a:cs typeface="DejaVu Sans"/>
              </a:defRPr>
            </a:lvl4pPr>
            <a:lvl5pPr>
              <a:defRPr sz="3300" b="1">
                <a:solidFill>
                  <a:srgbClr val="F2F5FC"/>
                </a:solidFill>
                <a:latin typeface="DejaVu Sans"/>
                <a:ea typeface="DejaVu Sans"/>
                <a:cs typeface="DejaVu Sans"/>
              </a:defRPr>
            </a:lvl5pPr>
            <a:lvl6pPr>
              <a:defRPr sz="3300" b="1">
                <a:solidFill>
                  <a:srgbClr val="F2F5FC"/>
                </a:solidFill>
                <a:latin typeface="DejaVu Sans"/>
                <a:ea typeface="DejaVu Sans"/>
                <a:cs typeface="DejaVu Sans"/>
              </a:defRPr>
            </a:lvl6pPr>
            <a:lvl7pPr>
              <a:defRPr sz="3300" b="1">
                <a:solidFill>
                  <a:srgbClr val="F2F5FC"/>
                </a:solidFill>
                <a:latin typeface="DejaVu Sans"/>
                <a:ea typeface="DejaVu Sans"/>
                <a:cs typeface="DejaVu Sans"/>
              </a:defRPr>
            </a:lvl7pPr>
            <a:lvl8pPr>
              <a:defRPr sz="3300" b="1">
                <a:solidFill>
                  <a:srgbClr val="F2F5FC"/>
                </a:solidFill>
                <a:latin typeface="DejaVu Sans"/>
                <a:ea typeface="DejaVu Sans"/>
                <a:cs typeface="DejaVu Sans"/>
              </a:defRPr>
            </a:lvl8pPr>
            <a:lvl9pPr>
              <a:defRPr sz="3300" b="1">
                <a:solidFill>
                  <a:srgbClr val="F2F5FC"/>
                </a:solidFill>
                <a:latin typeface="DejaVu Sans"/>
                <a:ea typeface="DejaVu Sans"/>
                <a:cs typeface="DejaVu Sans"/>
              </a:defRPr>
            </a:lvl9pPr>
          </a:lstStyle>
          <a:p xmlns:a="http://schemas.openxmlformats.org/drawingml/2006/main">
            <a:pPr>
              <a:defRPr sz="3300" b="1">
                <a:solidFill>
                  <a:srgbClr val="F2F5FC"/>
                </a:solidFill>
                <a:latin typeface="DejaVu Sans"/>
                <a:ea typeface="DejaVu Sans"/>
                <a:cs typeface="DejaVu Sans"/>
              </a:defRPr>
            </a:pPr>
            <a:r>
              <a:rPr sz="3300" b="1">
                <a:solidFill>
                  <a:srgbClr val="F2F5FC"/>
                </a:solidFill>
                <a:latin typeface="DejaVu Sans"/>
                <a:ea typeface="DejaVu Sans"/>
                <a:cs typeface="DejaVu Sans"/>
              </a:rPr>
              <a:t>My work, as a neural architecture</a:t>
            </a:r>
          </a:p>
        </p:txBody>
      </p:sp>
      <p:sp>
        <p:nvSpPr>
          <p:cNvPr id="2" name="">
            <a:extLst xmlns:a="http://schemas.openxmlformats.org/drawingml/2006/main">
              <a:ext uri="{FF2B5EF4-FFF2-40B4-BE49-F238E27FC236}">
                <a16:creationId xmlns:a16="http://schemas.microsoft.com/office/drawing/2014/main" id="{E512F807-058F-4358-9583-F4E6168D39C9}"/>
              </a:ext>
            </a:extLst>
          </p:cNvPr>
          <p:cNvSpPr>
            <a:spLocks xmlns:a="http://schemas.openxmlformats.org/drawingml/2006/main" noGrp="1"/>
          </p:cNvSpPr>
          <p:nvPr/>
        </p:nvSpPr>
        <p:spPr>
          <a:xfrm xmlns:a="http://schemas.openxmlformats.org/drawingml/2006/main">
            <a:off x="476250" y="952500"/>
            <a:ext cx="1104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7CE2D0"/>
                </a:solidFill>
                <a:latin typeface="DejaVu Sans"/>
                <a:ea typeface="DejaVu Sans"/>
                <a:cs typeface="DejaVu Sans"/>
              </a:defRPr>
            </a:defPPr>
            <a:lvl1pPr>
              <a:defRPr sz="1800" b="0">
                <a:solidFill>
                  <a:srgbClr val="7CE2D0"/>
                </a:solidFill>
                <a:latin typeface="DejaVu Sans"/>
                <a:ea typeface="DejaVu Sans"/>
                <a:cs typeface="DejaVu Sans"/>
              </a:defRPr>
            </a:lvl1pPr>
            <a:lvl2pPr>
              <a:defRPr sz="1800" b="0">
                <a:solidFill>
                  <a:srgbClr val="7CE2D0"/>
                </a:solidFill>
                <a:latin typeface="DejaVu Sans"/>
                <a:ea typeface="DejaVu Sans"/>
                <a:cs typeface="DejaVu Sans"/>
              </a:defRPr>
            </a:lvl2pPr>
            <a:lvl3pPr>
              <a:defRPr sz="1800" b="0">
                <a:solidFill>
                  <a:srgbClr val="7CE2D0"/>
                </a:solidFill>
                <a:latin typeface="DejaVu Sans"/>
                <a:ea typeface="DejaVu Sans"/>
                <a:cs typeface="DejaVu Sans"/>
              </a:defRPr>
            </a:lvl3pPr>
            <a:lvl4pPr>
              <a:defRPr sz="1800" b="0">
                <a:solidFill>
                  <a:srgbClr val="7CE2D0"/>
                </a:solidFill>
                <a:latin typeface="DejaVu Sans"/>
                <a:ea typeface="DejaVu Sans"/>
                <a:cs typeface="DejaVu Sans"/>
              </a:defRPr>
            </a:lvl4pPr>
            <a:lvl5pPr>
              <a:defRPr sz="1800" b="0">
                <a:solidFill>
                  <a:srgbClr val="7CE2D0"/>
                </a:solidFill>
                <a:latin typeface="DejaVu Sans"/>
                <a:ea typeface="DejaVu Sans"/>
                <a:cs typeface="DejaVu Sans"/>
              </a:defRPr>
            </a:lvl5pPr>
            <a:lvl6pPr>
              <a:defRPr sz="1800" b="0">
                <a:solidFill>
                  <a:srgbClr val="7CE2D0"/>
                </a:solidFill>
                <a:latin typeface="DejaVu Sans"/>
                <a:ea typeface="DejaVu Sans"/>
                <a:cs typeface="DejaVu Sans"/>
              </a:defRPr>
            </a:lvl6pPr>
            <a:lvl7pPr>
              <a:defRPr sz="1800" b="0">
                <a:solidFill>
                  <a:srgbClr val="7CE2D0"/>
                </a:solidFill>
                <a:latin typeface="DejaVu Sans"/>
                <a:ea typeface="DejaVu Sans"/>
                <a:cs typeface="DejaVu Sans"/>
              </a:defRPr>
            </a:lvl7pPr>
            <a:lvl8pPr>
              <a:defRPr sz="1800" b="0">
                <a:solidFill>
                  <a:srgbClr val="7CE2D0"/>
                </a:solidFill>
                <a:latin typeface="DejaVu Sans"/>
                <a:ea typeface="DejaVu Sans"/>
                <a:cs typeface="DejaVu Sans"/>
              </a:defRPr>
            </a:lvl8pPr>
            <a:lvl9pPr>
              <a:defRPr sz="1800" b="0">
                <a:solidFill>
                  <a:srgbClr val="7CE2D0"/>
                </a:solidFill>
                <a:latin typeface="DejaVu Sans"/>
                <a:ea typeface="DejaVu Sans"/>
                <a:cs typeface="DejaVu Sans"/>
              </a:defRPr>
            </a:lvl9pPr>
          </a:lstStyle>
          <a:p xmlns:a="http://schemas.openxmlformats.org/drawingml/2006/main">
            <a:pPr>
              <a:defRPr sz="1800" b="0">
                <a:solidFill>
                  <a:srgbClr val="7CE2D0"/>
                </a:solidFill>
                <a:latin typeface="DejaVu Sans"/>
                <a:ea typeface="DejaVu Sans"/>
                <a:cs typeface="DejaVu Sans"/>
              </a:defRPr>
            </a:pPr>
            <a:r>
              <a:rPr sz="1800" b="0">
                <a:solidFill>
                  <a:srgbClr val="7CE2D0"/>
                </a:solidFill>
                <a:latin typeface="DejaVu Sans"/>
                <a:ea typeface="DejaVu Sans"/>
                <a:cs typeface="DejaVu Sans"/>
              </a:rPr>
              <a:t>Connected representations. Shared learning methods. Multiple applications.</a:t>
            </a:r>
          </a:p>
        </p:txBody>
      </p:sp>
      <p:sp>
        <p:nvSpPr>
          <p:cNvPr id="3" name="">
            <a:extLst xmlns:a="http://schemas.openxmlformats.org/drawingml/2006/main">
              <a:ext uri="{FF2B5EF4-FFF2-40B4-BE49-F238E27FC236}">
                <a16:creationId xmlns:a16="http://schemas.microsoft.com/office/drawing/2014/main" id="{611957A9-DFCB-4312-908A-5B5287DE62C7}"/>
              </a:ext>
            </a:extLst>
          </p:cNvPr>
          <p:cNvSpPr>
            <a:spLocks xmlns:a="http://schemas.openxmlformats.org/drawingml/2006/main" noGrp="1"/>
          </p:cNvSpPr>
          <p:nvPr/>
        </p:nvSpPr>
        <p:spPr>
          <a:xfrm xmlns:a="http://schemas.openxmlformats.org/drawingml/2006/main">
            <a:off x="619125" y="15811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1">
                <a:solidFill>
                  <a:srgbClr val="91B7FF"/>
                </a:solidFill>
                <a:latin typeface="DejaVu Sans"/>
                <a:ea typeface="DejaVu Sans"/>
                <a:cs typeface="DejaVu Sans"/>
              </a:defRPr>
            </a:defPPr>
            <a:lvl1pPr>
              <a:defRPr sz="1500" b="1">
                <a:solidFill>
                  <a:srgbClr val="91B7FF"/>
                </a:solidFill>
                <a:latin typeface="DejaVu Sans"/>
                <a:ea typeface="DejaVu Sans"/>
                <a:cs typeface="DejaVu Sans"/>
              </a:defRPr>
            </a:lvl1pPr>
            <a:lvl2pPr>
              <a:defRPr sz="1500" b="1">
                <a:solidFill>
                  <a:srgbClr val="91B7FF"/>
                </a:solidFill>
                <a:latin typeface="DejaVu Sans"/>
                <a:ea typeface="DejaVu Sans"/>
                <a:cs typeface="DejaVu Sans"/>
              </a:defRPr>
            </a:lvl2pPr>
            <a:lvl3pPr>
              <a:defRPr sz="1500" b="1">
                <a:solidFill>
                  <a:srgbClr val="91B7FF"/>
                </a:solidFill>
                <a:latin typeface="DejaVu Sans"/>
                <a:ea typeface="DejaVu Sans"/>
                <a:cs typeface="DejaVu Sans"/>
              </a:defRPr>
            </a:lvl3pPr>
            <a:lvl4pPr>
              <a:defRPr sz="1500" b="1">
                <a:solidFill>
                  <a:srgbClr val="91B7FF"/>
                </a:solidFill>
                <a:latin typeface="DejaVu Sans"/>
                <a:ea typeface="DejaVu Sans"/>
                <a:cs typeface="DejaVu Sans"/>
              </a:defRPr>
            </a:lvl4pPr>
            <a:lvl5pPr>
              <a:defRPr sz="1500" b="1">
                <a:solidFill>
                  <a:srgbClr val="91B7FF"/>
                </a:solidFill>
                <a:latin typeface="DejaVu Sans"/>
                <a:ea typeface="DejaVu Sans"/>
                <a:cs typeface="DejaVu Sans"/>
              </a:defRPr>
            </a:lvl5pPr>
            <a:lvl6pPr>
              <a:defRPr sz="1500" b="1">
                <a:solidFill>
                  <a:srgbClr val="91B7FF"/>
                </a:solidFill>
                <a:latin typeface="DejaVu Sans"/>
                <a:ea typeface="DejaVu Sans"/>
                <a:cs typeface="DejaVu Sans"/>
              </a:defRPr>
            </a:lvl6pPr>
            <a:lvl7pPr>
              <a:defRPr sz="1500" b="1">
                <a:solidFill>
                  <a:srgbClr val="91B7FF"/>
                </a:solidFill>
                <a:latin typeface="DejaVu Sans"/>
                <a:ea typeface="DejaVu Sans"/>
                <a:cs typeface="DejaVu Sans"/>
              </a:defRPr>
            </a:lvl7pPr>
            <a:lvl8pPr>
              <a:defRPr sz="1500" b="1">
                <a:solidFill>
                  <a:srgbClr val="91B7FF"/>
                </a:solidFill>
                <a:latin typeface="DejaVu Sans"/>
                <a:ea typeface="DejaVu Sans"/>
                <a:cs typeface="DejaVu Sans"/>
              </a:defRPr>
            </a:lvl8pPr>
            <a:lvl9pPr>
              <a:defRPr sz="1500" b="1">
                <a:solidFill>
                  <a:srgbClr val="91B7FF"/>
                </a:solidFill>
                <a:latin typeface="DejaVu Sans"/>
                <a:ea typeface="DejaVu Sans"/>
                <a:cs typeface="DejaVu Sans"/>
              </a:defRPr>
            </a:lvl9pPr>
          </a:lstStyle>
          <a:p xmlns:a="http://schemas.openxmlformats.org/drawingml/2006/main">
            <a:pPr>
              <a:defRPr sz="1500" b="1">
                <a:solidFill>
                  <a:srgbClr val="91B7FF"/>
                </a:solidFill>
                <a:latin typeface="DejaVu Sans"/>
                <a:ea typeface="DejaVu Sans"/>
                <a:cs typeface="DejaVu Sans"/>
              </a:defRPr>
            </a:pPr>
            <a:r>
              <a:rPr sz="1500" b="1">
                <a:solidFill>
                  <a:srgbClr val="91B7FF"/>
                </a:solidFill>
                <a:latin typeface="DejaVu Sans"/>
                <a:ea typeface="DejaVu Sans"/>
                <a:cs typeface="DejaVu Sans"/>
              </a:rPr>
              <a:t>INPUT SIGNALS</a:t>
            </a:r>
          </a:p>
        </p:txBody>
      </p:sp>
      <p:sp>
        <p:nvSpPr>
          <p:cNvPr id="4" name="">
            <a:extLst xmlns:a="http://schemas.openxmlformats.org/drawingml/2006/main">
              <a:ext uri="{FF2B5EF4-FFF2-40B4-BE49-F238E27FC236}">
                <a16:creationId xmlns:a16="http://schemas.microsoft.com/office/drawing/2014/main" id="{B937CD3F-DBA7-451C-BE92-DD078AE72F80}"/>
              </a:ext>
            </a:extLst>
          </p:cNvPr>
          <p:cNvSpPr>
            <a:spLocks xmlns:a="http://schemas.openxmlformats.org/drawingml/2006/main" noGrp="1"/>
          </p:cNvSpPr>
          <p:nvPr/>
        </p:nvSpPr>
        <p:spPr>
          <a:xfrm xmlns:a="http://schemas.openxmlformats.org/drawingml/2006/main">
            <a:off x="3409950" y="1581150"/>
            <a:ext cx="3667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1">
                <a:solidFill>
                  <a:srgbClr val="C6A4FF"/>
                </a:solidFill>
                <a:latin typeface="DejaVu Sans"/>
                <a:ea typeface="DejaVu Sans"/>
                <a:cs typeface="DejaVu Sans"/>
              </a:defRPr>
            </a:defPPr>
            <a:lvl1pPr>
              <a:defRPr sz="1500" b="1">
                <a:solidFill>
                  <a:srgbClr val="C6A4FF"/>
                </a:solidFill>
                <a:latin typeface="DejaVu Sans"/>
                <a:ea typeface="DejaVu Sans"/>
                <a:cs typeface="DejaVu Sans"/>
              </a:defRPr>
            </a:lvl1pPr>
            <a:lvl2pPr>
              <a:defRPr sz="1500" b="1">
                <a:solidFill>
                  <a:srgbClr val="C6A4FF"/>
                </a:solidFill>
                <a:latin typeface="DejaVu Sans"/>
                <a:ea typeface="DejaVu Sans"/>
                <a:cs typeface="DejaVu Sans"/>
              </a:defRPr>
            </a:lvl2pPr>
            <a:lvl3pPr>
              <a:defRPr sz="1500" b="1">
                <a:solidFill>
                  <a:srgbClr val="C6A4FF"/>
                </a:solidFill>
                <a:latin typeface="DejaVu Sans"/>
                <a:ea typeface="DejaVu Sans"/>
                <a:cs typeface="DejaVu Sans"/>
              </a:defRPr>
            </a:lvl3pPr>
            <a:lvl4pPr>
              <a:defRPr sz="1500" b="1">
                <a:solidFill>
                  <a:srgbClr val="C6A4FF"/>
                </a:solidFill>
                <a:latin typeface="DejaVu Sans"/>
                <a:ea typeface="DejaVu Sans"/>
                <a:cs typeface="DejaVu Sans"/>
              </a:defRPr>
            </a:lvl4pPr>
            <a:lvl5pPr>
              <a:defRPr sz="1500" b="1">
                <a:solidFill>
                  <a:srgbClr val="C6A4FF"/>
                </a:solidFill>
                <a:latin typeface="DejaVu Sans"/>
                <a:ea typeface="DejaVu Sans"/>
                <a:cs typeface="DejaVu Sans"/>
              </a:defRPr>
            </a:lvl5pPr>
            <a:lvl6pPr>
              <a:defRPr sz="1500" b="1">
                <a:solidFill>
                  <a:srgbClr val="C6A4FF"/>
                </a:solidFill>
                <a:latin typeface="DejaVu Sans"/>
                <a:ea typeface="DejaVu Sans"/>
                <a:cs typeface="DejaVu Sans"/>
              </a:defRPr>
            </a:lvl6pPr>
            <a:lvl7pPr>
              <a:defRPr sz="1500" b="1">
                <a:solidFill>
                  <a:srgbClr val="C6A4FF"/>
                </a:solidFill>
                <a:latin typeface="DejaVu Sans"/>
                <a:ea typeface="DejaVu Sans"/>
                <a:cs typeface="DejaVu Sans"/>
              </a:defRPr>
            </a:lvl7pPr>
            <a:lvl8pPr>
              <a:defRPr sz="1500" b="1">
                <a:solidFill>
                  <a:srgbClr val="C6A4FF"/>
                </a:solidFill>
                <a:latin typeface="DejaVu Sans"/>
                <a:ea typeface="DejaVu Sans"/>
                <a:cs typeface="DejaVu Sans"/>
              </a:defRPr>
            </a:lvl8pPr>
            <a:lvl9pPr>
              <a:defRPr sz="1500" b="1">
                <a:solidFill>
                  <a:srgbClr val="C6A4FF"/>
                </a:solidFill>
                <a:latin typeface="DejaVu Sans"/>
                <a:ea typeface="DejaVu Sans"/>
                <a:cs typeface="DejaVu Sans"/>
              </a:defRPr>
            </a:lvl9pPr>
          </a:lstStyle>
          <a:p xmlns:a="http://schemas.openxmlformats.org/drawingml/2006/main">
            <a:pPr>
              <a:defRPr sz="1500" b="1">
                <a:solidFill>
                  <a:srgbClr val="C6A4FF"/>
                </a:solidFill>
                <a:latin typeface="DejaVu Sans"/>
                <a:ea typeface="DejaVu Sans"/>
                <a:cs typeface="DejaVu Sans"/>
              </a:defRPr>
            </a:pPr>
            <a:r>
              <a:rPr sz="1500" b="1">
                <a:solidFill>
                  <a:srgbClr val="C6A4FF"/>
                </a:solidFill>
                <a:latin typeface="DejaVu Sans"/>
                <a:ea typeface="DejaVu Sans"/>
                <a:cs typeface="DejaVu Sans"/>
              </a:rPr>
              <a:t>LEARNED REPRESENTATIONS</a:t>
            </a:r>
          </a:p>
        </p:txBody>
      </p:sp>
      <p:sp>
        <p:nvSpPr>
          <p:cNvPr id="5" name="">
            <a:extLst xmlns:a="http://schemas.openxmlformats.org/drawingml/2006/main">
              <a:ext uri="{FF2B5EF4-FFF2-40B4-BE49-F238E27FC236}">
                <a16:creationId xmlns:a16="http://schemas.microsoft.com/office/drawing/2014/main" id="{E888441D-37F8-48CA-B3EE-FA7E2779CB58}"/>
              </a:ext>
            </a:extLst>
          </p:cNvPr>
          <p:cNvSpPr>
            <a:spLocks xmlns:a="http://schemas.openxmlformats.org/drawingml/2006/main" noGrp="1"/>
          </p:cNvSpPr>
          <p:nvPr/>
        </p:nvSpPr>
        <p:spPr>
          <a:xfrm xmlns:a="http://schemas.openxmlformats.org/drawingml/2006/main">
            <a:off x="8286750" y="158115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500" b="1">
                <a:solidFill>
                  <a:srgbClr val="7CE2D0"/>
                </a:solidFill>
                <a:latin typeface="DejaVu Sans"/>
                <a:ea typeface="DejaVu Sans"/>
                <a:cs typeface="DejaVu Sans"/>
              </a:defRPr>
            </a:defPPr>
            <a:lvl1pPr>
              <a:defRPr sz="1500" b="1">
                <a:solidFill>
                  <a:srgbClr val="7CE2D0"/>
                </a:solidFill>
                <a:latin typeface="DejaVu Sans"/>
                <a:ea typeface="DejaVu Sans"/>
                <a:cs typeface="DejaVu Sans"/>
              </a:defRPr>
            </a:lvl1pPr>
            <a:lvl2pPr>
              <a:defRPr sz="1500" b="1">
                <a:solidFill>
                  <a:srgbClr val="7CE2D0"/>
                </a:solidFill>
                <a:latin typeface="DejaVu Sans"/>
                <a:ea typeface="DejaVu Sans"/>
                <a:cs typeface="DejaVu Sans"/>
              </a:defRPr>
            </a:lvl2pPr>
            <a:lvl3pPr>
              <a:defRPr sz="1500" b="1">
                <a:solidFill>
                  <a:srgbClr val="7CE2D0"/>
                </a:solidFill>
                <a:latin typeface="DejaVu Sans"/>
                <a:ea typeface="DejaVu Sans"/>
                <a:cs typeface="DejaVu Sans"/>
              </a:defRPr>
            </a:lvl3pPr>
            <a:lvl4pPr>
              <a:defRPr sz="1500" b="1">
                <a:solidFill>
                  <a:srgbClr val="7CE2D0"/>
                </a:solidFill>
                <a:latin typeface="DejaVu Sans"/>
                <a:ea typeface="DejaVu Sans"/>
                <a:cs typeface="DejaVu Sans"/>
              </a:defRPr>
            </a:lvl4pPr>
            <a:lvl5pPr>
              <a:defRPr sz="1500" b="1">
                <a:solidFill>
                  <a:srgbClr val="7CE2D0"/>
                </a:solidFill>
                <a:latin typeface="DejaVu Sans"/>
                <a:ea typeface="DejaVu Sans"/>
                <a:cs typeface="DejaVu Sans"/>
              </a:defRPr>
            </a:lvl5pPr>
            <a:lvl6pPr>
              <a:defRPr sz="1500" b="1">
                <a:solidFill>
                  <a:srgbClr val="7CE2D0"/>
                </a:solidFill>
                <a:latin typeface="DejaVu Sans"/>
                <a:ea typeface="DejaVu Sans"/>
                <a:cs typeface="DejaVu Sans"/>
              </a:defRPr>
            </a:lvl6pPr>
            <a:lvl7pPr>
              <a:defRPr sz="1500" b="1">
                <a:solidFill>
                  <a:srgbClr val="7CE2D0"/>
                </a:solidFill>
                <a:latin typeface="DejaVu Sans"/>
                <a:ea typeface="DejaVu Sans"/>
                <a:cs typeface="DejaVu Sans"/>
              </a:defRPr>
            </a:lvl7pPr>
            <a:lvl8pPr>
              <a:defRPr sz="1500" b="1">
                <a:solidFill>
                  <a:srgbClr val="7CE2D0"/>
                </a:solidFill>
                <a:latin typeface="DejaVu Sans"/>
                <a:ea typeface="DejaVu Sans"/>
                <a:cs typeface="DejaVu Sans"/>
              </a:defRPr>
            </a:lvl8pPr>
            <a:lvl9pPr>
              <a:defRPr sz="1500" b="1">
                <a:solidFill>
                  <a:srgbClr val="7CE2D0"/>
                </a:solidFill>
                <a:latin typeface="DejaVu Sans"/>
                <a:ea typeface="DejaVu Sans"/>
                <a:cs typeface="DejaVu Sans"/>
              </a:defRPr>
            </a:lvl9pPr>
          </a:lstStyle>
          <a:p xmlns:a="http://schemas.openxmlformats.org/drawingml/2006/main">
            <a:pPr>
              <a:defRPr sz="1500" b="1">
                <a:solidFill>
                  <a:srgbClr val="7CE2D0"/>
                </a:solidFill>
                <a:latin typeface="DejaVu Sans"/>
                <a:ea typeface="DejaVu Sans"/>
                <a:cs typeface="DejaVu Sans"/>
              </a:defRPr>
            </a:pPr>
            <a:r>
              <a:rPr sz="1500" b="1">
                <a:solidFill>
                  <a:srgbClr val="7CE2D0"/>
                </a:solidFill>
                <a:latin typeface="DejaVu Sans"/>
                <a:ea typeface="DejaVu Sans"/>
                <a:cs typeface="DejaVu Sans"/>
              </a:rPr>
              <a:t>APPLICATION HEADS</a:t>
            </a:r>
          </a:p>
        </p:txBody>
      </p:sp>
      <p:sp>
        <p:nvSpPr>
          <p:cNvPr id="6" name="">
            <a:extLst xmlns:a="http://schemas.openxmlformats.org/drawingml/2006/main">
              <a:ext uri="{FF2B5EF4-FFF2-40B4-BE49-F238E27FC236}">
                <a16:creationId xmlns:a16="http://schemas.microsoft.com/office/drawing/2014/main" id="{814308EC-97C6-4AAE-B8AC-1A9317C0C9CE}"/>
              </a:ext>
            </a:extLst>
          </p:cNvPr>
          <p:cNvSpPr>
            <a:spLocks xmlns:a="http://schemas.openxmlformats.org/drawingml/2006/main" noGrp="1"/>
          </p:cNvSpPr>
          <p:nvPr/>
        </p:nvSpPr>
        <p:spPr>
          <a:xfrm xmlns:a="http://schemas.openxmlformats.org/drawingml/2006/main">
            <a:off x="666750" y="2162175"/>
            <a:ext cx="1428750" cy="952500"/>
          </a:xfrm>
          <a:prstGeom xmlns:a="http://schemas.openxmlformats.org/drawingml/2006/main" prst="ellipse">
            <a:avLst/>
          </a:prstGeom>
          <a:solidFill xmlns:a="http://schemas.openxmlformats.org/drawingml/2006/main">
            <a:srgbClr val="182A3E"/>
          </a:solidFill>
          <a:ln xmlns:a="http://schemas.openxmlformats.org/drawingml/2006/main" w="19050">
            <a:solidFill>
              <a:srgbClr val="91B7FF"/>
            </a:solidFill>
            <a:prstDash val="solid"/>
          </a:ln>
        </p:spPr>
      </p:sp>
      <p:sp>
        <p:nvSpPr>
          <p:cNvPr id="7" name="">
            <a:extLst xmlns:a="http://schemas.openxmlformats.org/drawingml/2006/main">
              <a:ext uri="{FF2B5EF4-FFF2-40B4-BE49-F238E27FC236}">
                <a16:creationId xmlns:a16="http://schemas.microsoft.com/office/drawing/2014/main" id="{ADC87274-8456-4D7F-AC66-CDC6540AFD8D}"/>
              </a:ext>
            </a:extLst>
          </p:cNvPr>
          <p:cNvSpPr>
            <a:spLocks xmlns:a="http://schemas.openxmlformats.org/drawingml/2006/main" noGrp="1"/>
          </p:cNvSpPr>
          <p:nvPr/>
        </p:nvSpPr>
        <p:spPr>
          <a:xfrm xmlns:a="http://schemas.openxmlformats.org/drawingml/2006/main">
            <a:off x="742950" y="2200275"/>
            <a:ext cx="1276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00" b="0">
                <a:solidFill>
                  <a:srgbClr val="F2F5FC"/>
                </a:solidFill>
                <a:latin typeface="DejaVu Sans"/>
                <a:ea typeface="DejaVu Sans"/>
                <a:cs typeface="DejaVu Sans"/>
              </a:defRPr>
            </a:defPPr>
            <a:lvl1pPr algn="ctr">
              <a:defRPr sz="1500" b="0">
                <a:solidFill>
                  <a:srgbClr val="F2F5FC"/>
                </a:solidFill>
                <a:latin typeface="DejaVu Sans"/>
                <a:ea typeface="DejaVu Sans"/>
                <a:cs typeface="DejaVu Sans"/>
              </a:defRPr>
            </a:lvl1pPr>
            <a:lvl2pPr algn="ctr">
              <a:defRPr sz="1500" b="0">
                <a:solidFill>
                  <a:srgbClr val="F2F5FC"/>
                </a:solidFill>
                <a:latin typeface="DejaVu Sans"/>
                <a:ea typeface="DejaVu Sans"/>
                <a:cs typeface="DejaVu Sans"/>
              </a:defRPr>
            </a:lvl2pPr>
            <a:lvl3pPr algn="ctr">
              <a:defRPr sz="1500" b="0">
                <a:solidFill>
                  <a:srgbClr val="F2F5FC"/>
                </a:solidFill>
                <a:latin typeface="DejaVu Sans"/>
                <a:ea typeface="DejaVu Sans"/>
                <a:cs typeface="DejaVu Sans"/>
              </a:defRPr>
            </a:lvl3pPr>
            <a:lvl4pPr algn="ctr">
              <a:defRPr sz="1500" b="0">
                <a:solidFill>
                  <a:srgbClr val="F2F5FC"/>
                </a:solidFill>
                <a:latin typeface="DejaVu Sans"/>
                <a:ea typeface="DejaVu Sans"/>
                <a:cs typeface="DejaVu Sans"/>
              </a:defRPr>
            </a:lvl4pPr>
            <a:lvl5pPr algn="ctr">
              <a:defRPr sz="1500" b="0">
                <a:solidFill>
                  <a:srgbClr val="F2F5FC"/>
                </a:solidFill>
                <a:latin typeface="DejaVu Sans"/>
                <a:ea typeface="DejaVu Sans"/>
                <a:cs typeface="DejaVu Sans"/>
              </a:defRPr>
            </a:lvl5pPr>
            <a:lvl6pPr algn="ctr">
              <a:defRPr sz="1500" b="0">
                <a:solidFill>
                  <a:srgbClr val="F2F5FC"/>
                </a:solidFill>
                <a:latin typeface="DejaVu Sans"/>
                <a:ea typeface="DejaVu Sans"/>
                <a:cs typeface="DejaVu Sans"/>
              </a:defRPr>
            </a:lvl6pPr>
            <a:lvl7pPr algn="ctr">
              <a:defRPr sz="1500" b="0">
                <a:solidFill>
                  <a:srgbClr val="F2F5FC"/>
                </a:solidFill>
                <a:latin typeface="DejaVu Sans"/>
                <a:ea typeface="DejaVu Sans"/>
                <a:cs typeface="DejaVu Sans"/>
              </a:defRPr>
            </a:lvl7pPr>
            <a:lvl8pPr algn="ctr">
              <a:defRPr sz="1500" b="0">
                <a:solidFill>
                  <a:srgbClr val="F2F5FC"/>
                </a:solidFill>
                <a:latin typeface="DejaVu Sans"/>
                <a:ea typeface="DejaVu Sans"/>
                <a:cs typeface="DejaVu Sans"/>
              </a:defRPr>
            </a:lvl8pPr>
            <a:lvl9pPr algn="ctr">
              <a:defRPr sz="1500" b="0">
                <a:solidFill>
                  <a:srgbClr val="F2F5FC"/>
                </a:solidFill>
                <a:latin typeface="DejaVu Sans"/>
                <a:ea typeface="DejaVu Sans"/>
                <a:cs typeface="DejaVu Sans"/>
              </a:defRPr>
            </a:lvl9pPr>
          </a:lstStyle>
          <a:p xmlns:a="http://schemas.openxmlformats.org/drawingml/2006/main">
            <a:pPr algn="ctr">
              <a:defRPr sz="1500" b="0">
                <a:solidFill>
                  <a:srgbClr val="F2F5FC"/>
                </a:solidFill>
                <a:latin typeface="DejaVu Sans"/>
                <a:ea typeface="DejaVu Sans"/>
                <a:cs typeface="DejaVu Sans"/>
              </a:defRPr>
            </a:pPr>
            <a:r>
              <a:rPr sz="1500" b="0">
                <a:solidFill>
                  <a:srgbClr val="F2F5FC"/>
                </a:solidFill>
                <a:latin typeface="DejaVu Sans"/>
                <a:ea typeface="DejaVu Sans"/>
                <a:cs typeface="DejaVu Sans"/>
              </a:rPr>
              <a:t>Images</a:t>
            </a:r>
          </a:p>
          <a:p xmlns:a="http://schemas.openxmlformats.org/drawingml/2006/main">
            <a:pPr algn="ctr">
              <a:defRPr sz="1500" b="0">
                <a:solidFill>
                  <a:srgbClr val="F2F5FC"/>
                </a:solidFill>
                <a:latin typeface="DejaVu Sans"/>
                <a:ea typeface="DejaVu Sans"/>
                <a:cs typeface="DejaVu Sans"/>
              </a:defRPr>
            </a:pPr>
            <a:r>
              <a:rPr sz="1500" b="0">
                <a:solidFill>
                  <a:srgbClr val="F2F5FC"/>
                </a:solidFill>
                <a:latin typeface="DejaVu Sans"/>
                <a:ea typeface="DejaVu Sans"/>
                <a:cs typeface="DejaVu Sans"/>
              </a:rPr>
              <a:t>+ text</a:t>
            </a:r>
          </a:p>
        </p:txBody>
      </p:sp>
      <p:sp>
        <p:nvSpPr>
          <p:cNvPr id="8" name="">
            <a:extLst xmlns:a="http://schemas.openxmlformats.org/drawingml/2006/main">
              <a:ext uri="{FF2B5EF4-FFF2-40B4-BE49-F238E27FC236}">
                <a16:creationId xmlns:a16="http://schemas.microsoft.com/office/drawing/2014/main" id="{5AF7B78C-20CD-41BB-ACB8-859581E0E4D0}"/>
              </a:ext>
            </a:extLst>
          </p:cNvPr>
          <p:cNvSpPr>
            <a:spLocks xmlns:a="http://schemas.openxmlformats.org/drawingml/2006/main" noGrp="1"/>
          </p:cNvSpPr>
          <p:nvPr/>
        </p:nvSpPr>
        <p:spPr>
          <a:xfrm xmlns:a="http://schemas.openxmlformats.org/drawingml/2006/main">
            <a:off x="666750" y="3486150"/>
            <a:ext cx="1428750" cy="952500"/>
          </a:xfrm>
          <a:prstGeom xmlns:a="http://schemas.openxmlformats.org/drawingml/2006/main" prst="ellipse">
            <a:avLst/>
          </a:prstGeom>
          <a:solidFill xmlns:a="http://schemas.openxmlformats.org/drawingml/2006/main">
            <a:srgbClr val="182A3E"/>
          </a:solidFill>
          <a:ln xmlns:a="http://schemas.openxmlformats.org/drawingml/2006/main" w="19050">
            <a:solidFill>
              <a:srgbClr val="91B7FF"/>
            </a:solidFill>
            <a:prstDash val="solid"/>
          </a:ln>
        </p:spPr>
      </p:sp>
      <p:sp>
        <p:nvSpPr>
          <p:cNvPr id="9" name="">
            <a:extLst xmlns:a="http://schemas.openxmlformats.org/drawingml/2006/main">
              <a:ext uri="{FF2B5EF4-FFF2-40B4-BE49-F238E27FC236}">
                <a16:creationId xmlns:a16="http://schemas.microsoft.com/office/drawing/2014/main" id="{2C109B4D-B932-406F-AA43-899352E1F14D}"/>
              </a:ext>
            </a:extLst>
          </p:cNvPr>
          <p:cNvSpPr>
            <a:spLocks xmlns:a="http://schemas.openxmlformats.org/drawingml/2006/main" noGrp="1"/>
          </p:cNvSpPr>
          <p:nvPr/>
        </p:nvSpPr>
        <p:spPr>
          <a:xfrm xmlns:a="http://schemas.openxmlformats.org/drawingml/2006/main">
            <a:off x="742950" y="3524250"/>
            <a:ext cx="1276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00" b="0">
                <a:solidFill>
                  <a:srgbClr val="F2F5FC"/>
                </a:solidFill>
                <a:latin typeface="DejaVu Sans"/>
                <a:ea typeface="DejaVu Sans"/>
                <a:cs typeface="DejaVu Sans"/>
              </a:defRPr>
            </a:defPPr>
            <a:lvl1pPr algn="ctr">
              <a:defRPr sz="1500" b="0">
                <a:solidFill>
                  <a:srgbClr val="F2F5FC"/>
                </a:solidFill>
                <a:latin typeface="DejaVu Sans"/>
                <a:ea typeface="DejaVu Sans"/>
                <a:cs typeface="DejaVu Sans"/>
              </a:defRPr>
            </a:lvl1pPr>
            <a:lvl2pPr algn="ctr">
              <a:defRPr sz="1500" b="0">
                <a:solidFill>
                  <a:srgbClr val="F2F5FC"/>
                </a:solidFill>
                <a:latin typeface="DejaVu Sans"/>
                <a:ea typeface="DejaVu Sans"/>
                <a:cs typeface="DejaVu Sans"/>
              </a:defRPr>
            </a:lvl2pPr>
            <a:lvl3pPr algn="ctr">
              <a:defRPr sz="1500" b="0">
                <a:solidFill>
                  <a:srgbClr val="F2F5FC"/>
                </a:solidFill>
                <a:latin typeface="DejaVu Sans"/>
                <a:ea typeface="DejaVu Sans"/>
                <a:cs typeface="DejaVu Sans"/>
              </a:defRPr>
            </a:lvl3pPr>
            <a:lvl4pPr algn="ctr">
              <a:defRPr sz="1500" b="0">
                <a:solidFill>
                  <a:srgbClr val="F2F5FC"/>
                </a:solidFill>
                <a:latin typeface="DejaVu Sans"/>
                <a:ea typeface="DejaVu Sans"/>
                <a:cs typeface="DejaVu Sans"/>
              </a:defRPr>
            </a:lvl4pPr>
            <a:lvl5pPr algn="ctr">
              <a:defRPr sz="1500" b="0">
                <a:solidFill>
                  <a:srgbClr val="F2F5FC"/>
                </a:solidFill>
                <a:latin typeface="DejaVu Sans"/>
                <a:ea typeface="DejaVu Sans"/>
                <a:cs typeface="DejaVu Sans"/>
              </a:defRPr>
            </a:lvl5pPr>
            <a:lvl6pPr algn="ctr">
              <a:defRPr sz="1500" b="0">
                <a:solidFill>
                  <a:srgbClr val="F2F5FC"/>
                </a:solidFill>
                <a:latin typeface="DejaVu Sans"/>
                <a:ea typeface="DejaVu Sans"/>
                <a:cs typeface="DejaVu Sans"/>
              </a:defRPr>
            </a:lvl6pPr>
            <a:lvl7pPr algn="ctr">
              <a:defRPr sz="1500" b="0">
                <a:solidFill>
                  <a:srgbClr val="F2F5FC"/>
                </a:solidFill>
                <a:latin typeface="DejaVu Sans"/>
                <a:ea typeface="DejaVu Sans"/>
                <a:cs typeface="DejaVu Sans"/>
              </a:defRPr>
            </a:lvl7pPr>
            <a:lvl8pPr algn="ctr">
              <a:defRPr sz="1500" b="0">
                <a:solidFill>
                  <a:srgbClr val="F2F5FC"/>
                </a:solidFill>
                <a:latin typeface="DejaVu Sans"/>
                <a:ea typeface="DejaVu Sans"/>
                <a:cs typeface="DejaVu Sans"/>
              </a:defRPr>
            </a:lvl8pPr>
            <a:lvl9pPr algn="ctr">
              <a:defRPr sz="1500" b="0">
                <a:solidFill>
                  <a:srgbClr val="F2F5FC"/>
                </a:solidFill>
                <a:latin typeface="DejaVu Sans"/>
                <a:ea typeface="DejaVu Sans"/>
                <a:cs typeface="DejaVu Sans"/>
              </a:defRPr>
            </a:lvl9pPr>
          </a:lstStyle>
          <a:p xmlns:a="http://schemas.openxmlformats.org/drawingml/2006/main">
            <a:pPr algn="ctr">
              <a:defRPr sz="1500" b="0">
                <a:solidFill>
                  <a:srgbClr val="F2F5FC"/>
                </a:solidFill>
                <a:latin typeface="DejaVu Sans"/>
                <a:ea typeface="DejaVu Sans"/>
                <a:cs typeface="DejaVu Sans"/>
              </a:defRPr>
            </a:pPr>
            <a:r>
              <a:rPr sz="1500" b="0">
                <a:solidFill>
                  <a:srgbClr val="F2F5FC"/>
                </a:solidFill>
                <a:latin typeface="DejaVu Sans"/>
                <a:ea typeface="DejaVu Sans"/>
                <a:cs typeface="DejaVu Sans"/>
              </a:rPr>
              <a:t>Entities</a:t>
            </a:r>
          </a:p>
          <a:p xmlns:a="http://schemas.openxmlformats.org/drawingml/2006/main">
            <a:pPr algn="ctr">
              <a:defRPr sz="1500" b="0">
                <a:solidFill>
                  <a:srgbClr val="F2F5FC"/>
                </a:solidFill>
                <a:latin typeface="DejaVu Sans"/>
                <a:ea typeface="DejaVu Sans"/>
                <a:cs typeface="DejaVu Sans"/>
              </a:defRPr>
            </a:pPr>
            <a:r>
              <a:rPr sz="1500" b="0">
                <a:solidFill>
                  <a:srgbClr val="F2F5FC"/>
                </a:solidFill>
                <a:latin typeface="DejaVu Sans"/>
                <a:ea typeface="DejaVu Sans"/>
                <a:cs typeface="DejaVu Sans"/>
              </a:rPr>
              <a:t>+ relations</a:t>
            </a:r>
          </a:p>
        </p:txBody>
      </p:sp>
      <p:sp>
        <p:nvSpPr>
          <p:cNvPr id="10" name="">
            <a:extLst xmlns:a="http://schemas.openxmlformats.org/drawingml/2006/main">
              <a:ext uri="{FF2B5EF4-FFF2-40B4-BE49-F238E27FC236}">
                <a16:creationId xmlns:a16="http://schemas.microsoft.com/office/drawing/2014/main" id="{4D116E74-5A48-4DA5-A8EB-D178EC78C67F}"/>
              </a:ext>
            </a:extLst>
          </p:cNvPr>
          <p:cNvSpPr>
            <a:spLocks xmlns:a="http://schemas.openxmlformats.org/drawingml/2006/main" noGrp="1"/>
          </p:cNvSpPr>
          <p:nvPr/>
        </p:nvSpPr>
        <p:spPr>
          <a:xfrm xmlns:a="http://schemas.openxmlformats.org/drawingml/2006/main">
            <a:off x="666750" y="4810125"/>
            <a:ext cx="1428750" cy="952500"/>
          </a:xfrm>
          <a:prstGeom xmlns:a="http://schemas.openxmlformats.org/drawingml/2006/main" prst="ellipse">
            <a:avLst/>
          </a:prstGeom>
          <a:solidFill xmlns:a="http://schemas.openxmlformats.org/drawingml/2006/main">
            <a:srgbClr val="182A3E"/>
          </a:solidFill>
          <a:ln xmlns:a="http://schemas.openxmlformats.org/drawingml/2006/main" w="19050">
            <a:solidFill>
              <a:srgbClr val="91B7FF"/>
            </a:solidFill>
            <a:prstDash val="solid"/>
          </a:ln>
        </p:spPr>
      </p:sp>
      <p:sp>
        <p:nvSpPr>
          <p:cNvPr id="11" name="">
            <a:extLst xmlns:a="http://schemas.openxmlformats.org/drawingml/2006/main">
              <a:ext uri="{FF2B5EF4-FFF2-40B4-BE49-F238E27FC236}">
                <a16:creationId xmlns:a16="http://schemas.microsoft.com/office/drawing/2014/main" id="{C640B0BD-122B-4F09-AEF7-A977B565E820}"/>
              </a:ext>
            </a:extLst>
          </p:cNvPr>
          <p:cNvSpPr>
            <a:spLocks xmlns:a="http://schemas.openxmlformats.org/drawingml/2006/main" noGrp="1"/>
          </p:cNvSpPr>
          <p:nvPr/>
        </p:nvSpPr>
        <p:spPr>
          <a:xfrm xmlns:a="http://schemas.openxmlformats.org/drawingml/2006/main">
            <a:off x="742950" y="4848225"/>
            <a:ext cx="1276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00" b="0">
                <a:solidFill>
                  <a:srgbClr val="F2F5FC"/>
                </a:solidFill>
                <a:latin typeface="DejaVu Sans"/>
                <a:ea typeface="DejaVu Sans"/>
                <a:cs typeface="DejaVu Sans"/>
              </a:defRPr>
            </a:defPPr>
            <a:lvl1pPr algn="ctr">
              <a:defRPr sz="1500" b="0">
                <a:solidFill>
                  <a:srgbClr val="F2F5FC"/>
                </a:solidFill>
                <a:latin typeface="DejaVu Sans"/>
                <a:ea typeface="DejaVu Sans"/>
                <a:cs typeface="DejaVu Sans"/>
              </a:defRPr>
            </a:lvl1pPr>
            <a:lvl2pPr algn="ctr">
              <a:defRPr sz="1500" b="0">
                <a:solidFill>
                  <a:srgbClr val="F2F5FC"/>
                </a:solidFill>
                <a:latin typeface="DejaVu Sans"/>
                <a:ea typeface="DejaVu Sans"/>
                <a:cs typeface="DejaVu Sans"/>
              </a:defRPr>
            </a:lvl2pPr>
            <a:lvl3pPr algn="ctr">
              <a:defRPr sz="1500" b="0">
                <a:solidFill>
                  <a:srgbClr val="F2F5FC"/>
                </a:solidFill>
                <a:latin typeface="DejaVu Sans"/>
                <a:ea typeface="DejaVu Sans"/>
                <a:cs typeface="DejaVu Sans"/>
              </a:defRPr>
            </a:lvl3pPr>
            <a:lvl4pPr algn="ctr">
              <a:defRPr sz="1500" b="0">
                <a:solidFill>
                  <a:srgbClr val="F2F5FC"/>
                </a:solidFill>
                <a:latin typeface="DejaVu Sans"/>
                <a:ea typeface="DejaVu Sans"/>
                <a:cs typeface="DejaVu Sans"/>
              </a:defRPr>
            </a:lvl4pPr>
            <a:lvl5pPr algn="ctr">
              <a:defRPr sz="1500" b="0">
                <a:solidFill>
                  <a:srgbClr val="F2F5FC"/>
                </a:solidFill>
                <a:latin typeface="DejaVu Sans"/>
                <a:ea typeface="DejaVu Sans"/>
                <a:cs typeface="DejaVu Sans"/>
              </a:defRPr>
            </a:lvl5pPr>
            <a:lvl6pPr algn="ctr">
              <a:defRPr sz="1500" b="0">
                <a:solidFill>
                  <a:srgbClr val="F2F5FC"/>
                </a:solidFill>
                <a:latin typeface="DejaVu Sans"/>
                <a:ea typeface="DejaVu Sans"/>
                <a:cs typeface="DejaVu Sans"/>
              </a:defRPr>
            </a:lvl6pPr>
            <a:lvl7pPr algn="ctr">
              <a:defRPr sz="1500" b="0">
                <a:solidFill>
                  <a:srgbClr val="F2F5FC"/>
                </a:solidFill>
                <a:latin typeface="DejaVu Sans"/>
                <a:ea typeface="DejaVu Sans"/>
                <a:cs typeface="DejaVu Sans"/>
              </a:defRPr>
            </a:lvl7pPr>
            <a:lvl8pPr algn="ctr">
              <a:defRPr sz="1500" b="0">
                <a:solidFill>
                  <a:srgbClr val="F2F5FC"/>
                </a:solidFill>
                <a:latin typeface="DejaVu Sans"/>
                <a:ea typeface="DejaVu Sans"/>
                <a:cs typeface="DejaVu Sans"/>
              </a:defRPr>
            </a:lvl8pPr>
            <a:lvl9pPr algn="ctr">
              <a:defRPr sz="1500" b="0">
                <a:solidFill>
                  <a:srgbClr val="F2F5FC"/>
                </a:solidFill>
                <a:latin typeface="DejaVu Sans"/>
                <a:ea typeface="DejaVu Sans"/>
                <a:cs typeface="DejaVu Sans"/>
              </a:defRPr>
            </a:lvl9pPr>
          </a:lstStyle>
          <a:p xmlns:a="http://schemas.openxmlformats.org/drawingml/2006/main">
            <a:pPr algn="ctr">
              <a:defRPr sz="1500" b="0">
                <a:solidFill>
                  <a:srgbClr val="F2F5FC"/>
                </a:solidFill>
                <a:latin typeface="DejaVu Sans"/>
                <a:ea typeface="DejaVu Sans"/>
                <a:cs typeface="DejaVu Sans"/>
              </a:defRPr>
            </a:pPr>
            <a:r>
              <a:rPr sz="1500" b="0">
                <a:solidFill>
                  <a:srgbClr val="F2F5FC"/>
                </a:solidFill>
                <a:latin typeface="DejaVu Sans"/>
                <a:ea typeface="DejaVu Sans"/>
                <a:cs typeface="DejaVu Sans"/>
              </a:rPr>
              <a:t>Sales</a:t>
            </a:r>
          </a:p>
          <a:p xmlns:a="http://schemas.openxmlformats.org/drawingml/2006/main">
            <a:pPr algn="ctr">
              <a:defRPr sz="1500" b="0">
                <a:solidFill>
                  <a:srgbClr val="F2F5FC"/>
                </a:solidFill>
                <a:latin typeface="DejaVu Sans"/>
                <a:ea typeface="DejaVu Sans"/>
                <a:cs typeface="DejaVu Sans"/>
              </a:defRPr>
            </a:pPr>
            <a:r>
              <a:rPr sz="1500" b="0">
                <a:solidFill>
                  <a:srgbClr val="F2F5FC"/>
                </a:solidFill>
                <a:latin typeface="DejaVu Sans"/>
                <a:ea typeface="DejaVu Sans"/>
                <a:cs typeface="DejaVu Sans"/>
              </a:rPr>
              <a:t>+ time</a:t>
            </a:r>
          </a:p>
        </p:txBody>
      </p:sp>
      <p:sp>
        <p:nvSpPr>
          <p:cNvPr id="12" name="">
            <a:extLst xmlns:a="http://schemas.openxmlformats.org/drawingml/2006/main">
              <a:ext uri="{FF2B5EF4-FFF2-40B4-BE49-F238E27FC236}">
                <a16:creationId xmlns:a16="http://schemas.microsoft.com/office/drawing/2014/main" id="{097FE708-4D36-4A7E-940B-B3FCAF2CBE00}"/>
              </a:ext>
            </a:extLst>
          </p:cNvPr>
          <p:cNvSpPr>
            <a:spLocks xmlns:a="http://schemas.openxmlformats.org/drawingml/2006/main" noGrp="1"/>
          </p:cNvSpPr>
          <p:nvPr/>
        </p:nvSpPr>
        <p:spPr>
          <a:xfrm xmlns:a="http://schemas.openxmlformats.org/drawingml/2006/main">
            <a:off x="4048125" y="2038350"/>
            <a:ext cx="1562100" cy="895350"/>
          </a:xfrm>
          <a:prstGeom xmlns:a="http://schemas.openxmlformats.org/drawingml/2006/main" prst="ellipse">
            <a:avLst/>
          </a:prstGeom>
          <a:solidFill xmlns:a="http://schemas.openxmlformats.org/drawingml/2006/main">
            <a:srgbClr val="182A3E"/>
          </a:solidFill>
          <a:ln xmlns:a="http://schemas.openxmlformats.org/drawingml/2006/main" w="19050">
            <a:solidFill>
              <a:srgbClr val="C6A4FF"/>
            </a:solidFill>
            <a:prstDash val="solid"/>
          </a:ln>
        </p:spPr>
      </p:sp>
      <p:sp>
        <p:nvSpPr>
          <p:cNvPr id="13" name="">
            <a:extLst xmlns:a="http://schemas.openxmlformats.org/drawingml/2006/main">
              <a:ext uri="{FF2B5EF4-FFF2-40B4-BE49-F238E27FC236}">
                <a16:creationId xmlns:a16="http://schemas.microsoft.com/office/drawing/2014/main" id="{8614D876-6310-43BF-A270-6D6620631597}"/>
              </a:ext>
            </a:extLst>
          </p:cNvPr>
          <p:cNvSpPr>
            <a:spLocks xmlns:a="http://schemas.openxmlformats.org/drawingml/2006/main" noGrp="1"/>
          </p:cNvSpPr>
          <p:nvPr/>
        </p:nvSpPr>
        <p:spPr>
          <a:xfrm xmlns:a="http://schemas.openxmlformats.org/drawingml/2006/main">
            <a:off x="4124325" y="2076450"/>
            <a:ext cx="14097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00" b="0">
                <a:solidFill>
                  <a:srgbClr val="F2F5FC"/>
                </a:solidFill>
                <a:latin typeface="DejaVu Sans"/>
                <a:ea typeface="DejaVu Sans"/>
                <a:cs typeface="DejaVu Sans"/>
              </a:defRPr>
            </a:defPPr>
            <a:lvl1pPr algn="ctr">
              <a:defRPr sz="1500" b="0">
                <a:solidFill>
                  <a:srgbClr val="F2F5FC"/>
                </a:solidFill>
                <a:latin typeface="DejaVu Sans"/>
                <a:ea typeface="DejaVu Sans"/>
                <a:cs typeface="DejaVu Sans"/>
              </a:defRPr>
            </a:lvl1pPr>
            <a:lvl2pPr algn="ctr">
              <a:defRPr sz="1500" b="0">
                <a:solidFill>
                  <a:srgbClr val="F2F5FC"/>
                </a:solidFill>
                <a:latin typeface="DejaVu Sans"/>
                <a:ea typeface="DejaVu Sans"/>
                <a:cs typeface="DejaVu Sans"/>
              </a:defRPr>
            </a:lvl2pPr>
            <a:lvl3pPr algn="ctr">
              <a:defRPr sz="1500" b="0">
                <a:solidFill>
                  <a:srgbClr val="F2F5FC"/>
                </a:solidFill>
                <a:latin typeface="DejaVu Sans"/>
                <a:ea typeface="DejaVu Sans"/>
                <a:cs typeface="DejaVu Sans"/>
              </a:defRPr>
            </a:lvl3pPr>
            <a:lvl4pPr algn="ctr">
              <a:defRPr sz="1500" b="0">
                <a:solidFill>
                  <a:srgbClr val="F2F5FC"/>
                </a:solidFill>
                <a:latin typeface="DejaVu Sans"/>
                <a:ea typeface="DejaVu Sans"/>
                <a:cs typeface="DejaVu Sans"/>
              </a:defRPr>
            </a:lvl4pPr>
            <a:lvl5pPr algn="ctr">
              <a:defRPr sz="1500" b="0">
                <a:solidFill>
                  <a:srgbClr val="F2F5FC"/>
                </a:solidFill>
                <a:latin typeface="DejaVu Sans"/>
                <a:ea typeface="DejaVu Sans"/>
                <a:cs typeface="DejaVu Sans"/>
              </a:defRPr>
            </a:lvl5pPr>
            <a:lvl6pPr algn="ctr">
              <a:defRPr sz="1500" b="0">
                <a:solidFill>
                  <a:srgbClr val="F2F5FC"/>
                </a:solidFill>
                <a:latin typeface="DejaVu Sans"/>
                <a:ea typeface="DejaVu Sans"/>
                <a:cs typeface="DejaVu Sans"/>
              </a:defRPr>
            </a:lvl6pPr>
            <a:lvl7pPr algn="ctr">
              <a:defRPr sz="1500" b="0">
                <a:solidFill>
                  <a:srgbClr val="F2F5FC"/>
                </a:solidFill>
                <a:latin typeface="DejaVu Sans"/>
                <a:ea typeface="DejaVu Sans"/>
                <a:cs typeface="DejaVu Sans"/>
              </a:defRPr>
            </a:lvl7pPr>
            <a:lvl8pPr algn="ctr">
              <a:defRPr sz="1500" b="0">
                <a:solidFill>
                  <a:srgbClr val="F2F5FC"/>
                </a:solidFill>
                <a:latin typeface="DejaVu Sans"/>
                <a:ea typeface="DejaVu Sans"/>
                <a:cs typeface="DejaVu Sans"/>
              </a:defRPr>
            </a:lvl8pPr>
            <a:lvl9pPr algn="ctr">
              <a:defRPr sz="1500" b="0">
                <a:solidFill>
                  <a:srgbClr val="F2F5FC"/>
                </a:solidFill>
                <a:latin typeface="DejaVu Sans"/>
                <a:ea typeface="DejaVu Sans"/>
                <a:cs typeface="DejaVu Sans"/>
              </a:defRPr>
            </a:lvl9pPr>
          </a:lstStyle>
          <a:p xmlns:a="http://schemas.openxmlformats.org/drawingml/2006/main">
            <a:pPr algn="ctr">
              <a:defRPr sz="1500" b="0">
                <a:solidFill>
                  <a:srgbClr val="F2F5FC"/>
                </a:solidFill>
                <a:latin typeface="DejaVu Sans"/>
                <a:ea typeface="DejaVu Sans"/>
                <a:cs typeface="DejaVu Sans"/>
              </a:defRPr>
            </a:pPr>
            <a:r>
              <a:rPr sz="1500" b="0">
                <a:solidFill>
                  <a:srgbClr val="F2F5FC"/>
                </a:solidFill>
                <a:latin typeface="DejaVu Sans"/>
                <a:ea typeface="DejaVu Sans"/>
                <a:cs typeface="DejaVu Sans"/>
              </a:rPr>
              <a:t>Multimodal</a:t>
            </a:r>
          </a:p>
          <a:p xmlns:a="http://schemas.openxmlformats.org/drawingml/2006/main">
            <a:pPr algn="ctr">
              <a:defRPr sz="1500" b="0">
                <a:solidFill>
                  <a:srgbClr val="F2F5FC"/>
                </a:solidFill>
                <a:latin typeface="DejaVu Sans"/>
                <a:ea typeface="DejaVu Sans"/>
                <a:cs typeface="DejaVu Sans"/>
              </a:defRPr>
            </a:pPr>
            <a:r>
              <a:rPr sz="1500" b="0">
                <a:solidFill>
                  <a:srgbClr val="F2F5FC"/>
                </a:solidFill>
                <a:latin typeface="DejaVu Sans"/>
                <a:ea typeface="DejaVu Sans"/>
                <a:cs typeface="DejaVu Sans"/>
              </a:rPr>
              <a:t>encoders</a:t>
            </a:r>
          </a:p>
        </p:txBody>
      </p:sp>
      <p:sp>
        <p:nvSpPr>
          <p:cNvPr id="14" name="">
            <a:extLst xmlns:a="http://schemas.openxmlformats.org/drawingml/2006/main">
              <a:ext uri="{FF2B5EF4-FFF2-40B4-BE49-F238E27FC236}">
                <a16:creationId xmlns:a16="http://schemas.microsoft.com/office/drawing/2014/main" id="{F0B56780-AB71-4E1A-AC87-890853B85327}"/>
              </a:ext>
            </a:extLst>
          </p:cNvPr>
          <p:cNvSpPr>
            <a:spLocks xmlns:a="http://schemas.openxmlformats.org/drawingml/2006/main" noGrp="1"/>
          </p:cNvSpPr>
          <p:nvPr/>
        </p:nvSpPr>
        <p:spPr>
          <a:xfrm xmlns:a="http://schemas.openxmlformats.org/drawingml/2006/main">
            <a:off x="4048125" y="3057525"/>
            <a:ext cx="1562100" cy="895350"/>
          </a:xfrm>
          <a:prstGeom xmlns:a="http://schemas.openxmlformats.org/drawingml/2006/main" prst="ellipse">
            <a:avLst/>
          </a:prstGeom>
          <a:solidFill xmlns:a="http://schemas.openxmlformats.org/drawingml/2006/main">
            <a:srgbClr val="182A3E"/>
          </a:solidFill>
          <a:ln xmlns:a="http://schemas.openxmlformats.org/drawingml/2006/main" w="19050">
            <a:solidFill>
              <a:srgbClr val="C6A4FF"/>
            </a:solidFill>
            <a:prstDash val="solid"/>
          </a:ln>
        </p:spPr>
      </p:sp>
      <p:sp>
        <p:nvSpPr>
          <p:cNvPr id="15" name="">
            <a:extLst xmlns:a="http://schemas.openxmlformats.org/drawingml/2006/main">
              <a:ext uri="{FF2B5EF4-FFF2-40B4-BE49-F238E27FC236}">
                <a16:creationId xmlns:a16="http://schemas.microsoft.com/office/drawing/2014/main" id="{E11D6B05-7EA3-4EC4-A48F-9869FDD97454}"/>
              </a:ext>
            </a:extLst>
          </p:cNvPr>
          <p:cNvSpPr>
            <a:spLocks xmlns:a="http://schemas.openxmlformats.org/drawingml/2006/main" noGrp="1"/>
          </p:cNvSpPr>
          <p:nvPr/>
        </p:nvSpPr>
        <p:spPr>
          <a:xfrm xmlns:a="http://schemas.openxmlformats.org/drawingml/2006/main">
            <a:off x="4124325" y="3095625"/>
            <a:ext cx="14097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00" b="0">
                <a:solidFill>
                  <a:srgbClr val="F2F5FC"/>
                </a:solidFill>
                <a:latin typeface="DejaVu Sans"/>
                <a:ea typeface="DejaVu Sans"/>
                <a:cs typeface="DejaVu Sans"/>
              </a:defRPr>
            </a:defPPr>
            <a:lvl1pPr algn="ctr">
              <a:defRPr sz="1500" b="0">
                <a:solidFill>
                  <a:srgbClr val="F2F5FC"/>
                </a:solidFill>
                <a:latin typeface="DejaVu Sans"/>
                <a:ea typeface="DejaVu Sans"/>
                <a:cs typeface="DejaVu Sans"/>
              </a:defRPr>
            </a:lvl1pPr>
            <a:lvl2pPr algn="ctr">
              <a:defRPr sz="1500" b="0">
                <a:solidFill>
                  <a:srgbClr val="F2F5FC"/>
                </a:solidFill>
                <a:latin typeface="DejaVu Sans"/>
                <a:ea typeface="DejaVu Sans"/>
                <a:cs typeface="DejaVu Sans"/>
              </a:defRPr>
            </a:lvl2pPr>
            <a:lvl3pPr algn="ctr">
              <a:defRPr sz="1500" b="0">
                <a:solidFill>
                  <a:srgbClr val="F2F5FC"/>
                </a:solidFill>
                <a:latin typeface="DejaVu Sans"/>
                <a:ea typeface="DejaVu Sans"/>
                <a:cs typeface="DejaVu Sans"/>
              </a:defRPr>
            </a:lvl3pPr>
            <a:lvl4pPr algn="ctr">
              <a:defRPr sz="1500" b="0">
                <a:solidFill>
                  <a:srgbClr val="F2F5FC"/>
                </a:solidFill>
                <a:latin typeface="DejaVu Sans"/>
                <a:ea typeface="DejaVu Sans"/>
                <a:cs typeface="DejaVu Sans"/>
              </a:defRPr>
            </a:lvl4pPr>
            <a:lvl5pPr algn="ctr">
              <a:defRPr sz="1500" b="0">
                <a:solidFill>
                  <a:srgbClr val="F2F5FC"/>
                </a:solidFill>
                <a:latin typeface="DejaVu Sans"/>
                <a:ea typeface="DejaVu Sans"/>
                <a:cs typeface="DejaVu Sans"/>
              </a:defRPr>
            </a:lvl5pPr>
            <a:lvl6pPr algn="ctr">
              <a:defRPr sz="1500" b="0">
                <a:solidFill>
                  <a:srgbClr val="F2F5FC"/>
                </a:solidFill>
                <a:latin typeface="DejaVu Sans"/>
                <a:ea typeface="DejaVu Sans"/>
                <a:cs typeface="DejaVu Sans"/>
              </a:defRPr>
            </a:lvl6pPr>
            <a:lvl7pPr algn="ctr">
              <a:defRPr sz="1500" b="0">
                <a:solidFill>
                  <a:srgbClr val="F2F5FC"/>
                </a:solidFill>
                <a:latin typeface="DejaVu Sans"/>
                <a:ea typeface="DejaVu Sans"/>
                <a:cs typeface="DejaVu Sans"/>
              </a:defRPr>
            </a:lvl7pPr>
            <a:lvl8pPr algn="ctr">
              <a:defRPr sz="1500" b="0">
                <a:solidFill>
                  <a:srgbClr val="F2F5FC"/>
                </a:solidFill>
                <a:latin typeface="DejaVu Sans"/>
                <a:ea typeface="DejaVu Sans"/>
                <a:cs typeface="DejaVu Sans"/>
              </a:defRPr>
            </a:lvl8pPr>
            <a:lvl9pPr algn="ctr">
              <a:defRPr sz="1500" b="0">
                <a:solidFill>
                  <a:srgbClr val="F2F5FC"/>
                </a:solidFill>
                <a:latin typeface="DejaVu Sans"/>
                <a:ea typeface="DejaVu Sans"/>
                <a:cs typeface="DejaVu Sans"/>
              </a:defRPr>
            </a:lvl9pPr>
          </a:lstStyle>
          <a:p xmlns:a="http://schemas.openxmlformats.org/drawingml/2006/main">
            <a:pPr algn="ctr">
              <a:defRPr sz="1500" b="0">
                <a:solidFill>
                  <a:srgbClr val="F2F5FC"/>
                </a:solidFill>
                <a:latin typeface="DejaVu Sans"/>
                <a:ea typeface="DejaVu Sans"/>
                <a:cs typeface="DejaVu Sans"/>
              </a:defRPr>
            </a:pPr>
            <a:r>
              <a:rPr sz="1500" b="0">
                <a:solidFill>
                  <a:srgbClr val="F2F5FC"/>
                </a:solidFill>
                <a:latin typeface="DejaVu Sans"/>
                <a:ea typeface="DejaVu Sans"/>
                <a:cs typeface="DejaVu Sans"/>
              </a:rPr>
              <a:t>Graph</a:t>
            </a:r>
          </a:p>
          <a:p xmlns:a="http://schemas.openxmlformats.org/drawingml/2006/main">
            <a:pPr algn="ctr">
              <a:defRPr sz="1500" b="0">
                <a:solidFill>
                  <a:srgbClr val="F2F5FC"/>
                </a:solidFill>
                <a:latin typeface="DejaVu Sans"/>
                <a:ea typeface="DejaVu Sans"/>
                <a:cs typeface="DejaVu Sans"/>
              </a:defRPr>
            </a:pPr>
            <a:r>
              <a:rPr sz="1500" b="0">
                <a:solidFill>
                  <a:srgbClr val="F2F5FC"/>
                </a:solidFill>
                <a:latin typeface="DejaVu Sans"/>
                <a:ea typeface="DejaVu Sans"/>
                <a:cs typeface="DejaVu Sans"/>
              </a:rPr>
              <a:t>learning</a:t>
            </a:r>
          </a:p>
        </p:txBody>
      </p:sp>
      <p:sp>
        <p:nvSpPr>
          <p:cNvPr id="16" name="">
            <a:extLst xmlns:a="http://schemas.openxmlformats.org/drawingml/2006/main">
              <a:ext uri="{FF2B5EF4-FFF2-40B4-BE49-F238E27FC236}">
                <a16:creationId xmlns:a16="http://schemas.microsoft.com/office/drawing/2014/main" id="{D32C151B-B726-49D3-93A2-F6C87F978C69}"/>
              </a:ext>
            </a:extLst>
          </p:cNvPr>
          <p:cNvSpPr>
            <a:spLocks xmlns:a="http://schemas.openxmlformats.org/drawingml/2006/main" noGrp="1"/>
          </p:cNvSpPr>
          <p:nvPr/>
        </p:nvSpPr>
        <p:spPr>
          <a:xfrm xmlns:a="http://schemas.openxmlformats.org/drawingml/2006/main">
            <a:off x="4048125" y="4076700"/>
            <a:ext cx="1562100" cy="895350"/>
          </a:xfrm>
          <a:prstGeom xmlns:a="http://schemas.openxmlformats.org/drawingml/2006/main" prst="ellipse">
            <a:avLst/>
          </a:prstGeom>
          <a:solidFill xmlns:a="http://schemas.openxmlformats.org/drawingml/2006/main">
            <a:srgbClr val="182A3E"/>
          </a:solidFill>
          <a:ln xmlns:a="http://schemas.openxmlformats.org/drawingml/2006/main" w="19050">
            <a:solidFill>
              <a:srgbClr val="C6A4FF"/>
            </a:solidFill>
            <a:prstDash val="solid"/>
          </a:ln>
        </p:spPr>
      </p:sp>
      <p:sp>
        <p:nvSpPr>
          <p:cNvPr id="17" name="">
            <a:extLst xmlns:a="http://schemas.openxmlformats.org/drawingml/2006/main">
              <a:ext uri="{FF2B5EF4-FFF2-40B4-BE49-F238E27FC236}">
                <a16:creationId xmlns:a16="http://schemas.microsoft.com/office/drawing/2014/main" id="{1B9A6C38-4C14-4F4E-93D0-7E3EEFAE7ABE}"/>
              </a:ext>
            </a:extLst>
          </p:cNvPr>
          <p:cNvSpPr>
            <a:spLocks xmlns:a="http://schemas.openxmlformats.org/drawingml/2006/main" noGrp="1"/>
          </p:cNvSpPr>
          <p:nvPr/>
        </p:nvSpPr>
        <p:spPr>
          <a:xfrm xmlns:a="http://schemas.openxmlformats.org/drawingml/2006/main">
            <a:off x="4124325" y="4114800"/>
            <a:ext cx="14097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00" b="0">
                <a:solidFill>
                  <a:srgbClr val="F2F5FC"/>
                </a:solidFill>
                <a:latin typeface="DejaVu Sans"/>
                <a:ea typeface="DejaVu Sans"/>
                <a:cs typeface="DejaVu Sans"/>
              </a:defRPr>
            </a:defPPr>
            <a:lvl1pPr algn="ctr">
              <a:defRPr sz="1500" b="0">
                <a:solidFill>
                  <a:srgbClr val="F2F5FC"/>
                </a:solidFill>
                <a:latin typeface="DejaVu Sans"/>
                <a:ea typeface="DejaVu Sans"/>
                <a:cs typeface="DejaVu Sans"/>
              </a:defRPr>
            </a:lvl1pPr>
            <a:lvl2pPr algn="ctr">
              <a:defRPr sz="1500" b="0">
                <a:solidFill>
                  <a:srgbClr val="F2F5FC"/>
                </a:solidFill>
                <a:latin typeface="DejaVu Sans"/>
                <a:ea typeface="DejaVu Sans"/>
                <a:cs typeface="DejaVu Sans"/>
              </a:defRPr>
            </a:lvl2pPr>
            <a:lvl3pPr algn="ctr">
              <a:defRPr sz="1500" b="0">
                <a:solidFill>
                  <a:srgbClr val="F2F5FC"/>
                </a:solidFill>
                <a:latin typeface="DejaVu Sans"/>
                <a:ea typeface="DejaVu Sans"/>
                <a:cs typeface="DejaVu Sans"/>
              </a:defRPr>
            </a:lvl3pPr>
            <a:lvl4pPr algn="ctr">
              <a:defRPr sz="1500" b="0">
                <a:solidFill>
                  <a:srgbClr val="F2F5FC"/>
                </a:solidFill>
                <a:latin typeface="DejaVu Sans"/>
                <a:ea typeface="DejaVu Sans"/>
                <a:cs typeface="DejaVu Sans"/>
              </a:defRPr>
            </a:lvl4pPr>
            <a:lvl5pPr algn="ctr">
              <a:defRPr sz="1500" b="0">
                <a:solidFill>
                  <a:srgbClr val="F2F5FC"/>
                </a:solidFill>
                <a:latin typeface="DejaVu Sans"/>
                <a:ea typeface="DejaVu Sans"/>
                <a:cs typeface="DejaVu Sans"/>
              </a:defRPr>
            </a:lvl5pPr>
            <a:lvl6pPr algn="ctr">
              <a:defRPr sz="1500" b="0">
                <a:solidFill>
                  <a:srgbClr val="F2F5FC"/>
                </a:solidFill>
                <a:latin typeface="DejaVu Sans"/>
                <a:ea typeface="DejaVu Sans"/>
                <a:cs typeface="DejaVu Sans"/>
              </a:defRPr>
            </a:lvl6pPr>
            <a:lvl7pPr algn="ctr">
              <a:defRPr sz="1500" b="0">
                <a:solidFill>
                  <a:srgbClr val="F2F5FC"/>
                </a:solidFill>
                <a:latin typeface="DejaVu Sans"/>
                <a:ea typeface="DejaVu Sans"/>
                <a:cs typeface="DejaVu Sans"/>
              </a:defRPr>
            </a:lvl7pPr>
            <a:lvl8pPr algn="ctr">
              <a:defRPr sz="1500" b="0">
                <a:solidFill>
                  <a:srgbClr val="F2F5FC"/>
                </a:solidFill>
                <a:latin typeface="DejaVu Sans"/>
                <a:ea typeface="DejaVu Sans"/>
                <a:cs typeface="DejaVu Sans"/>
              </a:defRPr>
            </a:lvl8pPr>
            <a:lvl9pPr algn="ctr">
              <a:defRPr sz="1500" b="0">
                <a:solidFill>
                  <a:srgbClr val="F2F5FC"/>
                </a:solidFill>
                <a:latin typeface="DejaVu Sans"/>
                <a:ea typeface="DejaVu Sans"/>
                <a:cs typeface="DejaVu Sans"/>
              </a:defRPr>
            </a:lvl9pPr>
          </a:lstStyle>
          <a:p xmlns:a="http://schemas.openxmlformats.org/drawingml/2006/main">
            <a:pPr algn="ctr">
              <a:defRPr sz="1500" b="0">
                <a:solidFill>
                  <a:srgbClr val="F2F5FC"/>
                </a:solidFill>
                <a:latin typeface="DejaVu Sans"/>
                <a:ea typeface="DejaVu Sans"/>
                <a:cs typeface="DejaVu Sans"/>
              </a:defRPr>
            </a:pPr>
            <a:r>
              <a:rPr sz="1500" b="0">
                <a:solidFill>
                  <a:srgbClr val="F2F5FC"/>
                </a:solidFill>
                <a:latin typeface="DejaVu Sans"/>
                <a:ea typeface="DejaVu Sans"/>
                <a:cs typeface="DejaVu Sans"/>
              </a:rPr>
              <a:t>Temporal</a:t>
            </a:r>
          </a:p>
          <a:p xmlns:a="http://schemas.openxmlformats.org/drawingml/2006/main">
            <a:pPr algn="ctr">
              <a:defRPr sz="1500" b="0">
                <a:solidFill>
                  <a:srgbClr val="F2F5FC"/>
                </a:solidFill>
                <a:latin typeface="DejaVu Sans"/>
                <a:ea typeface="DejaVu Sans"/>
                <a:cs typeface="DejaVu Sans"/>
              </a:defRPr>
            </a:pPr>
            <a:r>
              <a:rPr sz="1500" b="0">
                <a:solidFill>
                  <a:srgbClr val="F2F5FC"/>
                </a:solidFill>
                <a:latin typeface="DejaVu Sans"/>
                <a:ea typeface="DejaVu Sans"/>
                <a:cs typeface="DejaVu Sans"/>
              </a:rPr>
              <a:t>models</a:t>
            </a:r>
          </a:p>
        </p:txBody>
      </p:sp>
      <p:sp>
        <p:nvSpPr>
          <p:cNvPr id="18" name="">
            <a:extLst xmlns:a="http://schemas.openxmlformats.org/drawingml/2006/main">
              <a:ext uri="{FF2B5EF4-FFF2-40B4-BE49-F238E27FC236}">
                <a16:creationId xmlns:a16="http://schemas.microsoft.com/office/drawing/2014/main" id="{CAE8688E-0325-4564-857D-B1F63B48EA73}"/>
              </a:ext>
            </a:extLst>
          </p:cNvPr>
          <p:cNvSpPr>
            <a:spLocks xmlns:a="http://schemas.openxmlformats.org/drawingml/2006/main" noGrp="1"/>
          </p:cNvSpPr>
          <p:nvPr/>
        </p:nvSpPr>
        <p:spPr>
          <a:xfrm xmlns:a="http://schemas.openxmlformats.org/drawingml/2006/main">
            <a:off x="4048125" y="5095875"/>
            <a:ext cx="1562100" cy="895350"/>
          </a:xfrm>
          <a:prstGeom xmlns:a="http://schemas.openxmlformats.org/drawingml/2006/main" prst="ellipse">
            <a:avLst/>
          </a:prstGeom>
          <a:solidFill xmlns:a="http://schemas.openxmlformats.org/drawingml/2006/main">
            <a:srgbClr val="182A3E"/>
          </a:solidFill>
          <a:ln xmlns:a="http://schemas.openxmlformats.org/drawingml/2006/main" w="19050">
            <a:solidFill>
              <a:srgbClr val="C6A4FF"/>
            </a:solidFill>
            <a:prstDash val="solid"/>
          </a:ln>
        </p:spPr>
      </p:sp>
      <p:sp>
        <p:nvSpPr>
          <p:cNvPr id="19" name="">
            <a:extLst xmlns:a="http://schemas.openxmlformats.org/drawingml/2006/main">
              <a:ext uri="{FF2B5EF4-FFF2-40B4-BE49-F238E27FC236}">
                <a16:creationId xmlns:a16="http://schemas.microsoft.com/office/drawing/2014/main" id="{190C339F-5819-49E8-B573-14D3645EAFE2}"/>
              </a:ext>
            </a:extLst>
          </p:cNvPr>
          <p:cNvSpPr>
            <a:spLocks xmlns:a="http://schemas.openxmlformats.org/drawingml/2006/main" noGrp="1"/>
          </p:cNvSpPr>
          <p:nvPr/>
        </p:nvSpPr>
        <p:spPr>
          <a:xfrm xmlns:a="http://schemas.openxmlformats.org/drawingml/2006/main">
            <a:off x="4124325" y="5133975"/>
            <a:ext cx="14097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00" b="0">
                <a:solidFill>
                  <a:srgbClr val="F2F5FC"/>
                </a:solidFill>
                <a:latin typeface="DejaVu Sans"/>
                <a:ea typeface="DejaVu Sans"/>
                <a:cs typeface="DejaVu Sans"/>
              </a:defRPr>
            </a:defPPr>
            <a:lvl1pPr algn="ctr">
              <a:defRPr sz="1500" b="0">
                <a:solidFill>
                  <a:srgbClr val="F2F5FC"/>
                </a:solidFill>
                <a:latin typeface="DejaVu Sans"/>
                <a:ea typeface="DejaVu Sans"/>
                <a:cs typeface="DejaVu Sans"/>
              </a:defRPr>
            </a:lvl1pPr>
            <a:lvl2pPr algn="ctr">
              <a:defRPr sz="1500" b="0">
                <a:solidFill>
                  <a:srgbClr val="F2F5FC"/>
                </a:solidFill>
                <a:latin typeface="DejaVu Sans"/>
                <a:ea typeface="DejaVu Sans"/>
                <a:cs typeface="DejaVu Sans"/>
              </a:defRPr>
            </a:lvl2pPr>
            <a:lvl3pPr algn="ctr">
              <a:defRPr sz="1500" b="0">
                <a:solidFill>
                  <a:srgbClr val="F2F5FC"/>
                </a:solidFill>
                <a:latin typeface="DejaVu Sans"/>
                <a:ea typeface="DejaVu Sans"/>
                <a:cs typeface="DejaVu Sans"/>
              </a:defRPr>
            </a:lvl3pPr>
            <a:lvl4pPr algn="ctr">
              <a:defRPr sz="1500" b="0">
                <a:solidFill>
                  <a:srgbClr val="F2F5FC"/>
                </a:solidFill>
                <a:latin typeface="DejaVu Sans"/>
                <a:ea typeface="DejaVu Sans"/>
                <a:cs typeface="DejaVu Sans"/>
              </a:defRPr>
            </a:lvl4pPr>
            <a:lvl5pPr algn="ctr">
              <a:defRPr sz="1500" b="0">
                <a:solidFill>
                  <a:srgbClr val="F2F5FC"/>
                </a:solidFill>
                <a:latin typeface="DejaVu Sans"/>
                <a:ea typeface="DejaVu Sans"/>
                <a:cs typeface="DejaVu Sans"/>
              </a:defRPr>
            </a:lvl5pPr>
            <a:lvl6pPr algn="ctr">
              <a:defRPr sz="1500" b="0">
                <a:solidFill>
                  <a:srgbClr val="F2F5FC"/>
                </a:solidFill>
                <a:latin typeface="DejaVu Sans"/>
                <a:ea typeface="DejaVu Sans"/>
                <a:cs typeface="DejaVu Sans"/>
              </a:defRPr>
            </a:lvl6pPr>
            <a:lvl7pPr algn="ctr">
              <a:defRPr sz="1500" b="0">
                <a:solidFill>
                  <a:srgbClr val="F2F5FC"/>
                </a:solidFill>
                <a:latin typeface="DejaVu Sans"/>
                <a:ea typeface="DejaVu Sans"/>
                <a:cs typeface="DejaVu Sans"/>
              </a:defRPr>
            </a:lvl7pPr>
            <a:lvl8pPr algn="ctr">
              <a:defRPr sz="1500" b="0">
                <a:solidFill>
                  <a:srgbClr val="F2F5FC"/>
                </a:solidFill>
                <a:latin typeface="DejaVu Sans"/>
                <a:ea typeface="DejaVu Sans"/>
                <a:cs typeface="DejaVu Sans"/>
              </a:defRPr>
            </a:lvl8pPr>
            <a:lvl9pPr algn="ctr">
              <a:defRPr sz="1500" b="0">
                <a:solidFill>
                  <a:srgbClr val="F2F5FC"/>
                </a:solidFill>
                <a:latin typeface="DejaVu Sans"/>
                <a:ea typeface="DejaVu Sans"/>
                <a:cs typeface="DejaVu Sans"/>
              </a:defRPr>
            </a:lvl9pPr>
          </a:lstStyle>
          <a:p xmlns:a="http://schemas.openxmlformats.org/drawingml/2006/main">
            <a:pPr algn="ctr">
              <a:defRPr sz="1500" b="0">
                <a:solidFill>
                  <a:srgbClr val="F2F5FC"/>
                </a:solidFill>
                <a:latin typeface="DejaVu Sans"/>
                <a:ea typeface="DejaVu Sans"/>
                <a:cs typeface="DejaVu Sans"/>
              </a:defRPr>
            </a:pPr>
            <a:r>
              <a:rPr sz="1500" b="0">
                <a:solidFill>
                  <a:srgbClr val="F2F5FC"/>
                </a:solidFill>
                <a:latin typeface="DejaVu Sans"/>
                <a:ea typeface="DejaVu Sans"/>
                <a:cs typeface="DejaVu Sans"/>
              </a:rPr>
              <a:t>LLMs +</a:t>
            </a:r>
          </a:p>
          <a:p xmlns:a="http://schemas.openxmlformats.org/drawingml/2006/main">
            <a:pPr algn="ctr">
              <a:defRPr sz="1500" b="0">
                <a:solidFill>
                  <a:srgbClr val="F2F5FC"/>
                </a:solidFill>
                <a:latin typeface="DejaVu Sans"/>
                <a:ea typeface="DejaVu Sans"/>
                <a:cs typeface="DejaVu Sans"/>
              </a:defRPr>
            </a:pPr>
            <a:r>
              <a:rPr sz="1500" b="0">
                <a:solidFill>
                  <a:srgbClr val="F2F5FC"/>
                </a:solidFill>
                <a:latin typeface="DejaVu Sans"/>
                <a:ea typeface="DejaVu Sans"/>
                <a:cs typeface="DejaVu Sans"/>
              </a:rPr>
              <a:t>GraphRAG</a:t>
            </a:r>
          </a:p>
        </p:txBody>
      </p:sp>
      <p:sp>
        <p:nvSpPr>
          <p:cNvPr id="20" name="">
            <a:extLst xmlns:a="http://schemas.openxmlformats.org/drawingml/2006/main">
              <a:ext uri="{FF2B5EF4-FFF2-40B4-BE49-F238E27FC236}">
                <a16:creationId xmlns:a16="http://schemas.microsoft.com/office/drawing/2014/main" id="{F7FCA1E6-93BA-4856-BF72-9D4097661CFF}"/>
              </a:ext>
            </a:extLst>
          </p:cNvPr>
          <p:cNvSpPr>
            <a:spLocks xmlns:a="http://schemas.openxmlformats.org/drawingml/2006/main" noGrp="1"/>
          </p:cNvSpPr>
          <p:nvPr/>
        </p:nvSpPr>
        <p:spPr>
          <a:xfrm xmlns:a="http://schemas.openxmlformats.org/drawingml/2006/main">
            <a:off x="8248650" y="2000250"/>
            <a:ext cx="3448050" cy="447675"/>
          </a:xfrm>
          <a:prstGeom xmlns:a="http://schemas.openxmlformats.org/drawingml/2006/main" prst="roundRect">
            <a:avLst>
              <a:gd name="adj" fmla="val 17021"/>
            </a:avLst>
          </a:prstGeom>
          <a:solidFill xmlns:a="http://schemas.openxmlformats.org/drawingml/2006/main">
            <a:srgbClr val="182A3E"/>
          </a:solidFill>
          <a:ln xmlns:a="http://schemas.openxmlformats.org/drawingml/2006/main" w="19050">
            <a:solidFill>
              <a:srgbClr val="7CE2D0"/>
            </a:solidFill>
            <a:prstDash val="solid"/>
          </a:ln>
        </p:spPr>
      </p:sp>
      <p:sp>
        <p:nvSpPr>
          <p:cNvPr id="21" name="">
            <a:extLst xmlns:a="http://schemas.openxmlformats.org/drawingml/2006/main">
              <a:ext uri="{FF2B5EF4-FFF2-40B4-BE49-F238E27FC236}">
                <a16:creationId xmlns:a16="http://schemas.microsoft.com/office/drawing/2014/main" id="{3379312C-2AC5-40D3-B3FE-85ECBAAB6070}"/>
              </a:ext>
            </a:extLst>
          </p:cNvPr>
          <p:cNvSpPr>
            <a:spLocks xmlns:a="http://schemas.openxmlformats.org/drawingml/2006/main" noGrp="1"/>
          </p:cNvSpPr>
          <p:nvPr/>
        </p:nvSpPr>
        <p:spPr>
          <a:xfrm xmlns:a="http://schemas.openxmlformats.org/drawingml/2006/main">
            <a:off x="8324850" y="2038350"/>
            <a:ext cx="32956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75" b="0">
                <a:solidFill>
                  <a:srgbClr val="F2F5FC"/>
                </a:solidFill>
                <a:latin typeface="DejaVu Sans"/>
                <a:ea typeface="DejaVu Sans"/>
                <a:cs typeface="DejaVu Sans"/>
              </a:defRPr>
            </a:defPPr>
            <a:lvl1pPr algn="ctr">
              <a:defRPr sz="1575" b="0">
                <a:solidFill>
                  <a:srgbClr val="F2F5FC"/>
                </a:solidFill>
                <a:latin typeface="DejaVu Sans"/>
                <a:ea typeface="DejaVu Sans"/>
                <a:cs typeface="DejaVu Sans"/>
              </a:defRPr>
            </a:lvl1pPr>
            <a:lvl2pPr algn="ctr">
              <a:defRPr sz="1575" b="0">
                <a:solidFill>
                  <a:srgbClr val="F2F5FC"/>
                </a:solidFill>
                <a:latin typeface="DejaVu Sans"/>
                <a:ea typeface="DejaVu Sans"/>
                <a:cs typeface="DejaVu Sans"/>
              </a:defRPr>
            </a:lvl2pPr>
            <a:lvl3pPr algn="ctr">
              <a:defRPr sz="1575" b="0">
                <a:solidFill>
                  <a:srgbClr val="F2F5FC"/>
                </a:solidFill>
                <a:latin typeface="DejaVu Sans"/>
                <a:ea typeface="DejaVu Sans"/>
                <a:cs typeface="DejaVu Sans"/>
              </a:defRPr>
            </a:lvl3pPr>
            <a:lvl4pPr algn="ctr">
              <a:defRPr sz="1575" b="0">
                <a:solidFill>
                  <a:srgbClr val="F2F5FC"/>
                </a:solidFill>
                <a:latin typeface="DejaVu Sans"/>
                <a:ea typeface="DejaVu Sans"/>
                <a:cs typeface="DejaVu Sans"/>
              </a:defRPr>
            </a:lvl4pPr>
            <a:lvl5pPr algn="ctr">
              <a:defRPr sz="1575" b="0">
                <a:solidFill>
                  <a:srgbClr val="F2F5FC"/>
                </a:solidFill>
                <a:latin typeface="DejaVu Sans"/>
                <a:ea typeface="DejaVu Sans"/>
                <a:cs typeface="DejaVu Sans"/>
              </a:defRPr>
            </a:lvl5pPr>
            <a:lvl6pPr algn="ctr">
              <a:defRPr sz="1575" b="0">
                <a:solidFill>
                  <a:srgbClr val="F2F5FC"/>
                </a:solidFill>
                <a:latin typeface="DejaVu Sans"/>
                <a:ea typeface="DejaVu Sans"/>
                <a:cs typeface="DejaVu Sans"/>
              </a:defRPr>
            </a:lvl6pPr>
            <a:lvl7pPr algn="ctr">
              <a:defRPr sz="1575" b="0">
                <a:solidFill>
                  <a:srgbClr val="F2F5FC"/>
                </a:solidFill>
                <a:latin typeface="DejaVu Sans"/>
                <a:ea typeface="DejaVu Sans"/>
                <a:cs typeface="DejaVu Sans"/>
              </a:defRPr>
            </a:lvl7pPr>
            <a:lvl8pPr algn="ctr">
              <a:defRPr sz="1575" b="0">
                <a:solidFill>
                  <a:srgbClr val="F2F5FC"/>
                </a:solidFill>
                <a:latin typeface="DejaVu Sans"/>
                <a:ea typeface="DejaVu Sans"/>
                <a:cs typeface="DejaVu Sans"/>
              </a:defRPr>
            </a:lvl8pPr>
            <a:lvl9pPr algn="ctr">
              <a:defRPr sz="1575" b="0">
                <a:solidFill>
                  <a:srgbClr val="F2F5FC"/>
                </a:solidFill>
                <a:latin typeface="DejaVu Sans"/>
                <a:ea typeface="DejaVu Sans"/>
                <a:cs typeface="DejaVu Sans"/>
              </a:defRPr>
            </a:lvl9pPr>
          </a:lstStyle>
          <a:p xmlns:a="http://schemas.openxmlformats.org/drawingml/2006/main">
            <a:pPr algn="ctr">
              <a:defRPr sz="1575" b="0">
                <a:solidFill>
                  <a:srgbClr val="F2F5FC"/>
                </a:solidFill>
                <a:latin typeface="DejaVu Sans"/>
                <a:ea typeface="DejaVu Sans"/>
                <a:cs typeface="DejaVu Sans"/>
              </a:defRPr>
            </a:pPr>
            <a:r>
              <a:rPr sz="1575" b="0">
                <a:solidFill>
                  <a:srgbClr val="F2F5FC"/>
                </a:solidFill>
                <a:latin typeface="DejaVu Sans"/>
                <a:ea typeface="DejaVu Sans"/>
                <a:cs typeface="DejaVu Sans"/>
              </a:rPr>
              <a:t>Catalogue intelligence</a:t>
            </a:r>
          </a:p>
        </p:txBody>
      </p:sp>
      <p:sp>
        <p:nvSpPr>
          <p:cNvPr id="22" name="">
            <a:extLst xmlns:a="http://schemas.openxmlformats.org/drawingml/2006/main">
              <a:ext uri="{FF2B5EF4-FFF2-40B4-BE49-F238E27FC236}">
                <a16:creationId xmlns:a16="http://schemas.microsoft.com/office/drawing/2014/main" id="{B589BB70-9946-4BF4-B9F2-0F07942763DD}"/>
              </a:ext>
            </a:extLst>
          </p:cNvPr>
          <p:cNvSpPr>
            <a:spLocks xmlns:a="http://schemas.openxmlformats.org/drawingml/2006/main" noGrp="1"/>
          </p:cNvSpPr>
          <p:nvPr/>
        </p:nvSpPr>
        <p:spPr>
          <a:xfrm xmlns:a="http://schemas.openxmlformats.org/drawingml/2006/main">
            <a:off x="8248650" y="2571750"/>
            <a:ext cx="3448050" cy="447675"/>
          </a:xfrm>
          <a:prstGeom xmlns:a="http://schemas.openxmlformats.org/drawingml/2006/main" prst="roundRect">
            <a:avLst>
              <a:gd name="adj" fmla="val 17021"/>
            </a:avLst>
          </a:prstGeom>
          <a:solidFill xmlns:a="http://schemas.openxmlformats.org/drawingml/2006/main">
            <a:srgbClr val="182A3E"/>
          </a:solidFill>
          <a:ln xmlns:a="http://schemas.openxmlformats.org/drawingml/2006/main" w="19050">
            <a:solidFill>
              <a:srgbClr val="7CE2D0"/>
            </a:solidFill>
            <a:prstDash val="solid"/>
          </a:ln>
        </p:spPr>
      </p:sp>
      <p:sp>
        <p:nvSpPr>
          <p:cNvPr id="23" name="">
            <a:extLst xmlns:a="http://schemas.openxmlformats.org/drawingml/2006/main">
              <a:ext uri="{FF2B5EF4-FFF2-40B4-BE49-F238E27FC236}">
                <a16:creationId xmlns:a16="http://schemas.microsoft.com/office/drawing/2014/main" id="{84909B4D-BE4D-4D34-A3F1-719C6B4BD81E}"/>
              </a:ext>
            </a:extLst>
          </p:cNvPr>
          <p:cNvSpPr>
            <a:spLocks xmlns:a="http://schemas.openxmlformats.org/drawingml/2006/main" noGrp="1"/>
          </p:cNvSpPr>
          <p:nvPr/>
        </p:nvSpPr>
        <p:spPr>
          <a:xfrm xmlns:a="http://schemas.openxmlformats.org/drawingml/2006/main">
            <a:off x="8324850" y="2609850"/>
            <a:ext cx="32956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75" b="0">
                <a:solidFill>
                  <a:srgbClr val="F2F5FC"/>
                </a:solidFill>
                <a:latin typeface="DejaVu Sans"/>
                <a:ea typeface="DejaVu Sans"/>
                <a:cs typeface="DejaVu Sans"/>
              </a:defRPr>
            </a:defPPr>
            <a:lvl1pPr algn="ctr">
              <a:defRPr sz="1575" b="0">
                <a:solidFill>
                  <a:srgbClr val="F2F5FC"/>
                </a:solidFill>
                <a:latin typeface="DejaVu Sans"/>
                <a:ea typeface="DejaVu Sans"/>
                <a:cs typeface="DejaVu Sans"/>
              </a:defRPr>
            </a:lvl1pPr>
            <a:lvl2pPr algn="ctr">
              <a:defRPr sz="1575" b="0">
                <a:solidFill>
                  <a:srgbClr val="F2F5FC"/>
                </a:solidFill>
                <a:latin typeface="DejaVu Sans"/>
                <a:ea typeface="DejaVu Sans"/>
                <a:cs typeface="DejaVu Sans"/>
              </a:defRPr>
            </a:lvl2pPr>
            <a:lvl3pPr algn="ctr">
              <a:defRPr sz="1575" b="0">
                <a:solidFill>
                  <a:srgbClr val="F2F5FC"/>
                </a:solidFill>
                <a:latin typeface="DejaVu Sans"/>
                <a:ea typeface="DejaVu Sans"/>
                <a:cs typeface="DejaVu Sans"/>
              </a:defRPr>
            </a:lvl3pPr>
            <a:lvl4pPr algn="ctr">
              <a:defRPr sz="1575" b="0">
                <a:solidFill>
                  <a:srgbClr val="F2F5FC"/>
                </a:solidFill>
                <a:latin typeface="DejaVu Sans"/>
                <a:ea typeface="DejaVu Sans"/>
                <a:cs typeface="DejaVu Sans"/>
              </a:defRPr>
            </a:lvl4pPr>
            <a:lvl5pPr algn="ctr">
              <a:defRPr sz="1575" b="0">
                <a:solidFill>
                  <a:srgbClr val="F2F5FC"/>
                </a:solidFill>
                <a:latin typeface="DejaVu Sans"/>
                <a:ea typeface="DejaVu Sans"/>
                <a:cs typeface="DejaVu Sans"/>
              </a:defRPr>
            </a:lvl5pPr>
            <a:lvl6pPr algn="ctr">
              <a:defRPr sz="1575" b="0">
                <a:solidFill>
                  <a:srgbClr val="F2F5FC"/>
                </a:solidFill>
                <a:latin typeface="DejaVu Sans"/>
                <a:ea typeface="DejaVu Sans"/>
                <a:cs typeface="DejaVu Sans"/>
              </a:defRPr>
            </a:lvl6pPr>
            <a:lvl7pPr algn="ctr">
              <a:defRPr sz="1575" b="0">
                <a:solidFill>
                  <a:srgbClr val="F2F5FC"/>
                </a:solidFill>
                <a:latin typeface="DejaVu Sans"/>
                <a:ea typeface="DejaVu Sans"/>
                <a:cs typeface="DejaVu Sans"/>
              </a:defRPr>
            </a:lvl7pPr>
            <a:lvl8pPr algn="ctr">
              <a:defRPr sz="1575" b="0">
                <a:solidFill>
                  <a:srgbClr val="F2F5FC"/>
                </a:solidFill>
                <a:latin typeface="DejaVu Sans"/>
                <a:ea typeface="DejaVu Sans"/>
                <a:cs typeface="DejaVu Sans"/>
              </a:defRPr>
            </a:lvl8pPr>
            <a:lvl9pPr algn="ctr">
              <a:defRPr sz="1575" b="0">
                <a:solidFill>
                  <a:srgbClr val="F2F5FC"/>
                </a:solidFill>
                <a:latin typeface="DejaVu Sans"/>
                <a:ea typeface="DejaVu Sans"/>
                <a:cs typeface="DejaVu Sans"/>
              </a:defRPr>
            </a:lvl9pPr>
          </a:lstStyle>
          <a:p xmlns:a="http://schemas.openxmlformats.org/drawingml/2006/main">
            <a:pPr algn="ctr">
              <a:defRPr sz="1575" b="0">
                <a:solidFill>
                  <a:srgbClr val="F2F5FC"/>
                </a:solidFill>
                <a:latin typeface="DejaVu Sans"/>
                <a:ea typeface="DejaVu Sans"/>
                <a:cs typeface="DejaVu Sans"/>
              </a:defRPr>
            </a:pPr>
            <a:r>
              <a:rPr sz="1575" b="0">
                <a:solidFill>
                  <a:srgbClr val="F2F5FC"/>
                </a:solidFill>
                <a:latin typeface="DejaVu Sans"/>
                <a:ea typeface="DejaVu Sans"/>
                <a:cs typeface="DejaVu Sans"/>
              </a:rPr>
              <a:t>Counterfeit detection</a:t>
            </a:r>
          </a:p>
        </p:txBody>
      </p:sp>
      <p:sp>
        <p:nvSpPr>
          <p:cNvPr id="24" name="">
            <a:extLst xmlns:a="http://schemas.openxmlformats.org/drawingml/2006/main">
              <a:ext uri="{FF2B5EF4-FFF2-40B4-BE49-F238E27FC236}">
                <a16:creationId xmlns:a16="http://schemas.microsoft.com/office/drawing/2014/main" id="{62EB0D2A-FA1F-4527-972C-58FC5A63D305}"/>
              </a:ext>
            </a:extLst>
          </p:cNvPr>
          <p:cNvSpPr>
            <a:spLocks xmlns:a="http://schemas.openxmlformats.org/drawingml/2006/main" noGrp="1"/>
          </p:cNvSpPr>
          <p:nvPr/>
        </p:nvSpPr>
        <p:spPr>
          <a:xfrm xmlns:a="http://schemas.openxmlformats.org/drawingml/2006/main">
            <a:off x="8248650" y="3143250"/>
            <a:ext cx="3448050" cy="447675"/>
          </a:xfrm>
          <a:prstGeom xmlns:a="http://schemas.openxmlformats.org/drawingml/2006/main" prst="roundRect">
            <a:avLst>
              <a:gd name="adj" fmla="val 17021"/>
            </a:avLst>
          </a:prstGeom>
          <a:solidFill xmlns:a="http://schemas.openxmlformats.org/drawingml/2006/main">
            <a:srgbClr val="182A3E"/>
          </a:solidFill>
          <a:ln xmlns:a="http://schemas.openxmlformats.org/drawingml/2006/main" w="19050">
            <a:solidFill>
              <a:srgbClr val="7CE2D0"/>
            </a:solidFill>
            <a:prstDash val="solid"/>
          </a:ln>
        </p:spPr>
      </p:sp>
      <p:sp>
        <p:nvSpPr>
          <p:cNvPr id="25" name="">
            <a:extLst xmlns:a="http://schemas.openxmlformats.org/drawingml/2006/main">
              <a:ext uri="{FF2B5EF4-FFF2-40B4-BE49-F238E27FC236}">
                <a16:creationId xmlns:a16="http://schemas.microsoft.com/office/drawing/2014/main" id="{99C2019D-4CE2-4746-BF07-6B9DADC68A36}"/>
              </a:ext>
            </a:extLst>
          </p:cNvPr>
          <p:cNvSpPr>
            <a:spLocks xmlns:a="http://schemas.openxmlformats.org/drawingml/2006/main" noGrp="1"/>
          </p:cNvSpPr>
          <p:nvPr/>
        </p:nvSpPr>
        <p:spPr>
          <a:xfrm xmlns:a="http://schemas.openxmlformats.org/drawingml/2006/main">
            <a:off x="8324850" y="3181350"/>
            <a:ext cx="32956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75" b="0">
                <a:solidFill>
                  <a:srgbClr val="F2F5FC"/>
                </a:solidFill>
                <a:latin typeface="DejaVu Sans"/>
                <a:ea typeface="DejaVu Sans"/>
                <a:cs typeface="DejaVu Sans"/>
              </a:defRPr>
            </a:defPPr>
            <a:lvl1pPr algn="ctr">
              <a:defRPr sz="1575" b="0">
                <a:solidFill>
                  <a:srgbClr val="F2F5FC"/>
                </a:solidFill>
                <a:latin typeface="DejaVu Sans"/>
                <a:ea typeface="DejaVu Sans"/>
                <a:cs typeface="DejaVu Sans"/>
              </a:defRPr>
            </a:lvl1pPr>
            <a:lvl2pPr algn="ctr">
              <a:defRPr sz="1575" b="0">
                <a:solidFill>
                  <a:srgbClr val="F2F5FC"/>
                </a:solidFill>
                <a:latin typeface="DejaVu Sans"/>
                <a:ea typeface="DejaVu Sans"/>
                <a:cs typeface="DejaVu Sans"/>
              </a:defRPr>
            </a:lvl2pPr>
            <a:lvl3pPr algn="ctr">
              <a:defRPr sz="1575" b="0">
                <a:solidFill>
                  <a:srgbClr val="F2F5FC"/>
                </a:solidFill>
                <a:latin typeface="DejaVu Sans"/>
                <a:ea typeface="DejaVu Sans"/>
                <a:cs typeface="DejaVu Sans"/>
              </a:defRPr>
            </a:lvl3pPr>
            <a:lvl4pPr algn="ctr">
              <a:defRPr sz="1575" b="0">
                <a:solidFill>
                  <a:srgbClr val="F2F5FC"/>
                </a:solidFill>
                <a:latin typeface="DejaVu Sans"/>
                <a:ea typeface="DejaVu Sans"/>
                <a:cs typeface="DejaVu Sans"/>
              </a:defRPr>
            </a:lvl4pPr>
            <a:lvl5pPr algn="ctr">
              <a:defRPr sz="1575" b="0">
                <a:solidFill>
                  <a:srgbClr val="F2F5FC"/>
                </a:solidFill>
                <a:latin typeface="DejaVu Sans"/>
                <a:ea typeface="DejaVu Sans"/>
                <a:cs typeface="DejaVu Sans"/>
              </a:defRPr>
            </a:lvl5pPr>
            <a:lvl6pPr algn="ctr">
              <a:defRPr sz="1575" b="0">
                <a:solidFill>
                  <a:srgbClr val="F2F5FC"/>
                </a:solidFill>
                <a:latin typeface="DejaVu Sans"/>
                <a:ea typeface="DejaVu Sans"/>
                <a:cs typeface="DejaVu Sans"/>
              </a:defRPr>
            </a:lvl6pPr>
            <a:lvl7pPr algn="ctr">
              <a:defRPr sz="1575" b="0">
                <a:solidFill>
                  <a:srgbClr val="F2F5FC"/>
                </a:solidFill>
                <a:latin typeface="DejaVu Sans"/>
                <a:ea typeface="DejaVu Sans"/>
                <a:cs typeface="DejaVu Sans"/>
              </a:defRPr>
            </a:lvl7pPr>
            <a:lvl8pPr algn="ctr">
              <a:defRPr sz="1575" b="0">
                <a:solidFill>
                  <a:srgbClr val="F2F5FC"/>
                </a:solidFill>
                <a:latin typeface="DejaVu Sans"/>
                <a:ea typeface="DejaVu Sans"/>
                <a:cs typeface="DejaVu Sans"/>
              </a:defRPr>
            </a:lvl8pPr>
            <a:lvl9pPr algn="ctr">
              <a:defRPr sz="1575" b="0">
                <a:solidFill>
                  <a:srgbClr val="F2F5FC"/>
                </a:solidFill>
                <a:latin typeface="DejaVu Sans"/>
                <a:ea typeface="DejaVu Sans"/>
                <a:cs typeface="DejaVu Sans"/>
              </a:defRPr>
            </a:lvl9pPr>
          </a:lstStyle>
          <a:p xmlns:a="http://schemas.openxmlformats.org/drawingml/2006/main">
            <a:pPr algn="ctr">
              <a:defRPr sz="1575" b="0">
                <a:solidFill>
                  <a:srgbClr val="F2F5FC"/>
                </a:solidFill>
                <a:latin typeface="DejaVu Sans"/>
                <a:ea typeface="DejaVu Sans"/>
                <a:cs typeface="DejaVu Sans"/>
              </a:defRPr>
            </a:pPr>
            <a:r>
              <a:rPr sz="1575" b="0">
                <a:solidFill>
                  <a:srgbClr val="F2F5FC"/>
                </a:solidFill>
                <a:latin typeface="DejaVu Sans"/>
                <a:ea typeface="DejaVu Sans"/>
                <a:cs typeface="DejaVu Sans"/>
              </a:rPr>
              <a:t>Offensive-content models</a:t>
            </a:r>
          </a:p>
        </p:txBody>
      </p:sp>
      <p:sp>
        <p:nvSpPr>
          <p:cNvPr id="26" name="">
            <a:extLst xmlns:a="http://schemas.openxmlformats.org/drawingml/2006/main">
              <a:ext uri="{FF2B5EF4-FFF2-40B4-BE49-F238E27FC236}">
                <a16:creationId xmlns:a16="http://schemas.microsoft.com/office/drawing/2014/main" id="{D8211B19-CAF9-43BB-A130-09E1E076EA4E}"/>
              </a:ext>
            </a:extLst>
          </p:cNvPr>
          <p:cNvSpPr>
            <a:spLocks xmlns:a="http://schemas.openxmlformats.org/drawingml/2006/main" noGrp="1"/>
          </p:cNvSpPr>
          <p:nvPr/>
        </p:nvSpPr>
        <p:spPr>
          <a:xfrm xmlns:a="http://schemas.openxmlformats.org/drawingml/2006/main">
            <a:off x="8248650" y="3714750"/>
            <a:ext cx="3448050" cy="447675"/>
          </a:xfrm>
          <a:prstGeom xmlns:a="http://schemas.openxmlformats.org/drawingml/2006/main" prst="roundRect">
            <a:avLst>
              <a:gd name="adj" fmla="val 17021"/>
            </a:avLst>
          </a:prstGeom>
          <a:solidFill xmlns:a="http://schemas.openxmlformats.org/drawingml/2006/main">
            <a:srgbClr val="182A3E"/>
          </a:solidFill>
          <a:ln xmlns:a="http://schemas.openxmlformats.org/drawingml/2006/main" w="19050">
            <a:solidFill>
              <a:srgbClr val="7CE2D0"/>
            </a:solidFill>
            <a:prstDash val="solid"/>
          </a:ln>
        </p:spPr>
      </p:sp>
      <p:sp>
        <p:nvSpPr>
          <p:cNvPr id="27" name="">
            <a:extLst xmlns:a="http://schemas.openxmlformats.org/drawingml/2006/main">
              <a:ext uri="{FF2B5EF4-FFF2-40B4-BE49-F238E27FC236}">
                <a16:creationId xmlns:a16="http://schemas.microsoft.com/office/drawing/2014/main" id="{4E943503-0399-4223-B5C6-C0F6B5960A8D}"/>
              </a:ext>
            </a:extLst>
          </p:cNvPr>
          <p:cNvSpPr>
            <a:spLocks xmlns:a="http://schemas.openxmlformats.org/drawingml/2006/main" noGrp="1"/>
          </p:cNvSpPr>
          <p:nvPr/>
        </p:nvSpPr>
        <p:spPr>
          <a:xfrm xmlns:a="http://schemas.openxmlformats.org/drawingml/2006/main">
            <a:off x="8324850" y="3752850"/>
            <a:ext cx="32956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75" b="0">
                <a:solidFill>
                  <a:srgbClr val="F2F5FC"/>
                </a:solidFill>
                <a:latin typeface="DejaVu Sans"/>
                <a:ea typeface="DejaVu Sans"/>
                <a:cs typeface="DejaVu Sans"/>
              </a:defRPr>
            </a:defPPr>
            <a:lvl1pPr algn="ctr">
              <a:defRPr sz="1575" b="0">
                <a:solidFill>
                  <a:srgbClr val="F2F5FC"/>
                </a:solidFill>
                <a:latin typeface="DejaVu Sans"/>
                <a:ea typeface="DejaVu Sans"/>
                <a:cs typeface="DejaVu Sans"/>
              </a:defRPr>
            </a:lvl1pPr>
            <a:lvl2pPr algn="ctr">
              <a:defRPr sz="1575" b="0">
                <a:solidFill>
                  <a:srgbClr val="F2F5FC"/>
                </a:solidFill>
                <a:latin typeface="DejaVu Sans"/>
                <a:ea typeface="DejaVu Sans"/>
                <a:cs typeface="DejaVu Sans"/>
              </a:defRPr>
            </a:lvl2pPr>
            <a:lvl3pPr algn="ctr">
              <a:defRPr sz="1575" b="0">
                <a:solidFill>
                  <a:srgbClr val="F2F5FC"/>
                </a:solidFill>
                <a:latin typeface="DejaVu Sans"/>
                <a:ea typeface="DejaVu Sans"/>
                <a:cs typeface="DejaVu Sans"/>
              </a:defRPr>
            </a:lvl3pPr>
            <a:lvl4pPr algn="ctr">
              <a:defRPr sz="1575" b="0">
                <a:solidFill>
                  <a:srgbClr val="F2F5FC"/>
                </a:solidFill>
                <a:latin typeface="DejaVu Sans"/>
                <a:ea typeface="DejaVu Sans"/>
                <a:cs typeface="DejaVu Sans"/>
              </a:defRPr>
            </a:lvl4pPr>
            <a:lvl5pPr algn="ctr">
              <a:defRPr sz="1575" b="0">
                <a:solidFill>
                  <a:srgbClr val="F2F5FC"/>
                </a:solidFill>
                <a:latin typeface="DejaVu Sans"/>
                <a:ea typeface="DejaVu Sans"/>
                <a:cs typeface="DejaVu Sans"/>
              </a:defRPr>
            </a:lvl5pPr>
            <a:lvl6pPr algn="ctr">
              <a:defRPr sz="1575" b="0">
                <a:solidFill>
                  <a:srgbClr val="F2F5FC"/>
                </a:solidFill>
                <a:latin typeface="DejaVu Sans"/>
                <a:ea typeface="DejaVu Sans"/>
                <a:cs typeface="DejaVu Sans"/>
              </a:defRPr>
            </a:lvl6pPr>
            <a:lvl7pPr algn="ctr">
              <a:defRPr sz="1575" b="0">
                <a:solidFill>
                  <a:srgbClr val="F2F5FC"/>
                </a:solidFill>
                <a:latin typeface="DejaVu Sans"/>
                <a:ea typeface="DejaVu Sans"/>
                <a:cs typeface="DejaVu Sans"/>
              </a:defRPr>
            </a:lvl7pPr>
            <a:lvl8pPr algn="ctr">
              <a:defRPr sz="1575" b="0">
                <a:solidFill>
                  <a:srgbClr val="F2F5FC"/>
                </a:solidFill>
                <a:latin typeface="DejaVu Sans"/>
                <a:ea typeface="DejaVu Sans"/>
                <a:cs typeface="DejaVu Sans"/>
              </a:defRPr>
            </a:lvl8pPr>
            <a:lvl9pPr algn="ctr">
              <a:defRPr sz="1575" b="0">
                <a:solidFill>
                  <a:srgbClr val="F2F5FC"/>
                </a:solidFill>
                <a:latin typeface="DejaVu Sans"/>
                <a:ea typeface="DejaVu Sans"/>
                <a:cs typeface="DejaVu Sans"/>
              </a:defRPr>
            </a:lvl9pPr>
          </a:lstStyle>
          <a:p xmlns:a="http://schemas.openxmlformats.org/drawingml/2006/main">
            <a:pPr algn="ctr">
              <a:defRPr sz="1575" b="0">
                <a:solidFill>
                  <a:srgbClr val="F2F5FC"/>
                </a:solidFill>
                <a:latin typeface="DejaVu Sans"/>
                <a:ea typeface="DejaVu Sans"/>
                <a:cs typeface="DejaVu Sans"/>
              </a:defRPr>
            </a:pPr>
            <a:r>
              <a:rPr sz="1575" b="0">
                <a:solidFill>
                  <a:srgbClr val="F2F5FC"/>
                </a:solidFill>
                <a:latin typeface="DejaVu Sans"/>
                <a:ea typeface="DejaVu Sans"/>
                <a:cs typeface="DejaVu Sans"/>
              </a:rPr>
              <a:t>One Demand forecasting</a:t>
            </a:r>
          </a:p>
        </p:txBody>
      </p:sp>
      <p:sp>
        <p:nvSpPr>
          <p:cNvPr id="28" name="">
            <a:extLst xmlns:a="http://schemas.openxmlformats.org/drawingml/2006/main">
              <a:ext uri="{FF2B5EF4-FFF2-40B4-BE49-F238E27FC236}">
                <a16:creationId xmlns:a16="http://schemas.microsoft.com/office/drawing/2014/main" id="{576289E1-2FF5-4E61-97BF-6F9BE37E1865}"/>
              </a:ext>
            </a:extLst>
          </p:cNvPr>
          <p:cNvSpPr>
            <a:spLocks xmlns:a="http://schemas.openxmlformats.org/drawingml/2006/main" noGrp="1"/>
          </p:cNvSpPr>
          <p:nvPr/>
        </p:nvSpPr>
        <p:spPr>
          <a:xfrm xmlns:a="http://schemas.openxmlformats.org/drawingml/2006/main">
            <a:off x="8248650" y="4286250"/>
            <a:ext cx="3448050" cy="447675"/>
          </a:xfrm>
          <a:prstGeom xmlns:a="http://schemas.openxmlformats.org/drawingml/2006/main" prst="roundRect">
            <a:avLst>
              <a:gd name="adj" fmla="val 17021"/>
            </a:avLst>
          </a:prstGeom>
          <a:solidFill xmlns:a="http://schemas.openxmlformats.org/drawingml/2006/main">
            <a:srgbClr val="182A3E"/>
          </a:solidFill>
          <a:ln xmlns:a="http://schemas.openxmlformats.org/drawingml/2006/main" w="19050">
            <a:solidFill>
              <a:srgbClr val="7CE2D0"/>
            </a:solidFill>
            <a:prstDash val="solid"/>
          </a:ln>
        </p:spPr>
      </p:sp>
      <p:sp>
        <p:nvSpPr>
          <p:cNvPr id="29" name="">
            <a:extLst xmlns:a="http://schemas.openxmlformats.org/drawingml/2006/main">
              <a:ext uri="{FF2B5EF4-FFF2-40B4-BE49-F238E27FC236}">
                <a16:creationId xmlns:a16="http://schemas.microsoft.com/office/drawing/2014/main" id="{40724F8E-EE3C-4594-B0C4-89C99008A3F0}"/>
              </a:ext>
            </a:extLst>
          </p:cNvPr>
          <p:cNvSpPr>
            <a:spLocks xmlns:a="http://schemas.openxmlformats.org/drawingml/2006/main" noGrp="1"/>
          </p:cNvSpPr>
          <p:nvPr/>
        </p:nvSpPr>
        <p:spPr>
          <a:xfrm xmlns:a="http://schemas.openxmlformats.org/drawingml/2006/main">
            <a:off x="8324850" y="4324350"/>
            <a:ext cx="32956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75" b="0">
                <a:solidFill>
                  <a:srgbClr val="F2F5FC"/>
                </a:solidFill>
                <a:latin typeface="DejaVu Sans"/>
                <a:ea typeface="DejaVu Sans"/>
                <a:cs typeface="DejaVu Sans"/>
              </a:defRPr>
            </a:defPPr>
            <a:lvl1pPr algn="ctr">
              <a:defRPr sz="1575" b="0">
                <a:solidFill>
                  <a:srgbClr val="F2F5FC"/>
                </a:solidFill>
                <a:latin typeface="DejaVu Sans"/>
                <a:ea typeface="DejaVu Sans"/>
                <a:cs typeface="DejaVu Sans"/>
              </a:defRPr>
            </a:lvl1pPr>
            <a:lvl2pPr algn="ctr">
              <a:defRPr sz="1575" b="0">
                <a:solidFill>
                  <a:srgbClr val="F2F5FC"/>
                </a:solidFill>
                <a:latin typeface="DejaVu Sans"/>
                <a:ea typeface="DejaVu Sans"/>
                <a:cs typeface="DejaVu Sans"/>
              </a:defRPr>
            </a:lvl2pPr>
            <a:lvl3pPr algn="ctr">
              <a:defRPr sz="1575" b="0">
                <a:solidFill>
                  <a:srgbClr val="F2F5FC"/>
                </a:solidFill>
                <a:latin typeface="DejaVu Sans"/>
                <a:ea typeface="DejaVu Sans"/>
                <a:cs typeface="DejaVu Sans"/>
              </a:defRPr>
            </a:lvl3pPr>
            <a:lvl4pPr algn="ctr">
              <a:defRPr sz="1575" b="0">
                <a:solidFill>
                  <a:srgbClr val="F2F5FC"/>
                </a:solidFill>
                <a:latin typeface="DejaVu Sans"/>
                <a:ea typeface="DejaVu Sans"/>
                <a:cs typeface="DejaVu Sans"/>
              </a:defRPr>
            </a:lvl4pPr>
            <a:lvl5pPr algn="ctr">
              <a:defRPr sz="1575" b="0">
                <a:solidFill>
                  <a:srgbClr val="F2F5FC"/>
                </a:solidFill>
                <a:latin typeface="DejaVu Sans"/>
                <a:ea typeface="DejaVu Sans"/>
                <a:cs typeface="DejaVu Sans"/>
              </a:defRPr>
            </a:lvl5pPr>
            <a:lvl6pPr algn="ctr">
              <a:defRPr sz="1575" b="0">
                <a:solidFill>
                  <a:srgbClr val="F2F5FC"/>
                </a:solidFill>
                <a:latin typeface="DejaVu Sans"/>
                <a:ea typeface="DejaVu Sans"/>
                <a:cs typeface="DejaVu Sans"/>
              </a:defRPr>
            </a:lvl6pPr>
            <a:lvl7pPr algn="ctr">
              <a:defRPr sz="1575" b="0">
                <a:solidFill>
                  <a:srgbClr val="F2F5FC"/>
                </a:solidFill>
                <a:latin typeface="DejaVu Sans"/>
                <a:ea typeface="DejaVu Sans"/>
                <a:cs typeface="DejaVu Sans"/>
              </a:defRPr>
            </a:lvl7pPr>
            <a:lvl8pPr algn="ctr">
              <a:defRPr sz="1575" b="0">
                <a:solidFill>
                  <a:srgbClr val="F2F5FC"/>
                </a:solidFill>
                <a:latin typeface="DejaVu Sans"/>
                <a:ea typeface="DejaVu Sans"/>
                <a:cs typeface="DejaVu Sans"/>
              </a:defRPr>
            </a:lvl8pPr>
            <a:lvl9pPr algn="ctr">
              <a:defRPr sz="1575" b="0">
                <a:solidFill>
                  <a:srgbClr val="F2F5FC"/>
                </a:solidFill>
                <a:latin typeface="DejaVu Sans"/>
                <a:ea typeface="DejaVu Sans"/>
                <a:cs typeface="DejaVu Sans"/>
              </a:defRPr>
            </a:lvl9pPr>
          </a:lstStyle>
          <a:p xmlns:a="http://schemas.openxmlformats.org/drawingml/2006/main">
            <a:pPr algn="ctr">
              <a:defRPr sz="1575" b="0">
                <a:solidFill>
                  <a:srgbClr val="F2F5FC"/>
                </a:solidFill>
                <a:latin typeface="DejaVu Sans"/>
                <a:ea typeface="DejaVu Sans"/>
                <a:cs typeface="DejaVu Sans"/>
              </a:defRPr>
            </a:pPr>
            <a:r>
              <a:rPr sz="1575" b="0">
                <a:solidFill>
                  <a:srgbClr val="F2F5FC"/>
                </a:solidFill>
                <a:latin typeface="DejaVu Sans"/>
                <a:ea typeface="DejaVu Sans"/>
                <a:cs typeface="DejaVu Sans"/>
              </a:rPr>
              <a:t>Duplicate items / KGs</a:t>
            </a:r>
          </a:p>
        </p:txBody>
      </p:sp>
      <p:sp>
        <p:nvSpPr>
          <p:cNvPr id="30" name="">
            <a:extLst xmlns:a="http://schemas.openxmlformats.org/drawingml/2006/main">
              <a:ext uri="{FF2B5EF4-FFF2-40B4-BE49-F238E27FC236}">
                <a16:creationId xmlns:a16="http://schemas.microsoft.com/office/drawing/2014/main" id="{4169DA1B-6A2D-4C6B-AD8A-79EAFAA4D65C}"/>
              </a:ext>
            </a:extLst>
          </p:cNvPr>
          <p:cNvSpPr>
            <a:spLocks xmlns:a="http://schemas.openxmlformats.org/drawingml/2006/main" noGrp="1"/>
          </p:cNvSpPr>
          <p:nvPr/>
        </p:nvSpPr>
        <p:spPr>
          <a:xfrm xmlns:a="http://schemas.openxmlformats.org/drawingml/2006/main">
            <a:off x="8248650" y="4857750"/>
            <a:ext cx="3448050" cy="447675"/>
          </a:xfrm>
          <a:prstGeom xmlns:a="http://schemas.openxmlformats.org/drawingml/2006/main" prst="roundRect">
            <a:avLst>
              <a:gd name="adj" fmla="val 17021"/>
            </a:avLst>
          </a:prstGeom>
          <a:solidFill xmlns:a="http://schemas.openxmlformats.org/drawingml/2006/main">
            <a:srgbClr val="182A3E"/>
          </a:solidFill>
          <a:ln xmlns:a="http://schemas.openxmlformats.org/drawingml/2006/main" w="19050">
            <a:solidFill>
              <a:srgbClr val="7CE2D0"/>
            </a:solidFill>
            <a:prstDash val="solid"/>
          </a:ln>
        </p:spPr>
      </p:sp>
      <p:sp>
        <p:nvSpPr>
          <p:cNvPr id="31" name="">
            <a:extLst xmlns:a="http://schemas.openxmlformats.org/drawingml/2006/main">
              <a:ext uri="{FF2B5EF4-FFF2-40B4-BE49-F238E27FC236}">
                <a16:creationId xmlns:a16="http://schemas.microsoft.com/office/drawing/2014/main" id="{192534B2-1DA9-4CB0-A173-598B617CD086}"/>
              </a:ext>
            </a:extLst>
          </p:cNvPr>
          <p:cNvSpPr>
            <a:spLocks xmlns:a="http://schemas.openxmlformats.org/drawingml/2006/main" noGrp="1"/>
          </p:cNvSpPr>
          <p:nvPr/>
        </p:nvSpPr>
        <p:spPr>
          <a:xfrm xmlns:a="http://schemas.openxmlformats.org/drawingml/2006/main">
            <a:off x="8324850" y="4895850"/>
            <a:ext cx="32956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75" b="0">
                <a:solidFill>
                  <a:srgbClr val="F2F5FC"/>
                </a:solidFill>
                <a:latin typeface="DejaVu Sans"/>
                <a:ea typeface="DejaVu Sans"/>
                <a:cs typeface="DejaVu Sans"/>
              </a:defRPr>
            </a:defPPr>
            <a:lvl1pPr algn="ctr">
              <a:defRPr sz="1575" b="0">
                <a:solidFill>
                  <a:srgbClr val="F2F5FC"/>
                </a:solidFill>
                <a:latin typeface="DejaVu Sans"/>
                <a:ea typeface="DejaVu Sans"/>
                <a:cs typeface="DejaVu Sans"/>
              </a:defRPr>
            </a:lvl1pPr>
            <a:lvl2pPr algn="ctr">
              <a:defRPr sz="1575" b="0">
                <a:solidFill>
                  <a:srgbClr val="F2F5FC"/>
                </a:solidFill>
                <a:latin typeface="DejaVu Sans"/>
                <a:ea typeface="DejaVu Sans"/>
                <a:cs typeface="DejaVu Sans"/>
              </a:defRPr>
            </a:lvl2pPr>
            <a:lvl3pPr algn="ctr">
              <a:defRPr sz="1575" b="0">
                <a:solidFill>
                  <a:srgbClr val="F2F5FC"/>
                </a:solidFill>
                <a:latin typeface="DejaVu Sans"/>
                <a:ea typeface="DejaVu Sans"/>
                <a:cs typeface="DejaVu Sans"/>
              </a:defRPr>
            </a:lvl3pPr>
            <a:lvl4pPr algn="ctr">
              <a:defRPr sz="1575" b="0">
                <a:solidFill>
                  <a:srgbClr val="F2F5FC"/>
                </a:solidFill>
                <a:latin typeface="DejaVu Sans"/>
                <a:ea typeface="DejaVu Sans"/>
                <a:cs typeface="DejaVu Sans"/>
              </a:defRPr>
            </a:lvl4pPr>
            <a:lvl5pPr algn="ctr">
              <a:defRPr sz="1575" b="0">
                <a:solidFill>
                  <a:srgbClr val="F2F5FC"/>
                </a:solidFill>
                <a:latin typeface="DejaVu Sans"/>
                <a:ea typeface="DejaVu Sans"/>
                <a:cs typeface="DejaVu Sans"/>
              </a:defRPr>
            </a:lvl5pPr>
            <a:lvl6pPr algn="ctr">
              <a:defRPr sz="1575" b="0">
                <a:solidFill>
                  <a:srgbClr val="F2F5FC"/>
                </a:solidFill>
                <a:latin typeface="DejaVu Sans"/>
                <a:ea typeface="DejaVu Sans"/>
                <a:cs typeface="DejaVu Sans"/>
              </a:defRPr>
            </a:lvl6pPr>
            <a:lvl7pPr algn="ctr">
              <a:defRPr sz="1575" b="0">
                <a:solidFill>
                  <a:srgbClr val="F2F5FC"/>
                </a:solidFill>
                <a:latin typeface="DejaVu Sans"/>
                <a:ea typeface="DejaVu Sans"/>
                <a:cs typeface="DejaVu Sans"/>
              </a:defRPr>
            </a:lvl7pPr>
            <a:lvl8pPr algn="ctr">
              <a:defRPr sz="1575" b="0">
                <a:solidFill>
                  <a:srgbClr val="F2F5FC"/>
                </a:solidFill>
                <a:latin typeface="DejaVu Sans"/>
                <a:ea typeface="DejaVu Sans"/>
                <a:cs typeface="DejaVu Sans"/>
              </a:defRPr>
            </a:lvl8pPr>
            <a:lvl9pPr algn="ctr">
              <a:defRPr sz="1575" b="0">
                <a:solidFill>
                  <a:srgbClr val="F2F5FC"/>
                </a:solidFill>
                <a:latin typeface="DejaVu Sans"/>
                <a:ea typeface="DejaVu Sans"/>
                <a:cs typeface="DejaVu Sans"/>
              </a:defRPr>
            </a:lvl9pPr>
          </a:lstStyle>
          <a:p xmlns:a="http://schemas.openxmlformats.org/drawingml/2006/main">
            <a:pPr algn="ctr">
              <a:defRPr sz="1575" b="0">
                <a:solidFill>
                  <a:srgbClr val="F2F5FC"/>
                </a:solidFill>
                <a:latin typeface="DejaVu Sans"/>
                <a:ea typeface="DejaVu Sans"/>
                <a:cs typeface="DejaVu Sans"/>
              </a:defRPr>
            </a:pPr>
            <a:r>
              <a:rPr sz="1575" b="0">
                <a:solidFill>
                  <a:srgbClr val="F2F5FC"/>
                </a:solidFill>
                <a:latin typeface="DejaVu Sans"/>
                <a:ea typeface="DejaVu Sans"/>
                <a:cs typeface="DejaVu Sans"/>
              </a:rPr>
              <a:t>Seller fraud detection</a:t>
            </a:r>
          </a:p>
        </p:txBody>
      </p:sp>
      <p:sp>
        <p:nvSpPr>
          <p:cNvPr id="32" name="">
            <a:extLst xmlns:a="http://schemas.openxmlformats.org/drawingml/2006/main">
              <a:ext uri="{FF2B5EF4-FFF2-40B4-BE49-F238E27FC236}">
                <a16:creationId xmlns:a16="http://schemas.microsoft.com/office/drawing/2014/main" id="{AADD9821-6305-46E6-9127-61E85DA78829}"/>
              </a:ext>
            </a:extLst>
          </p:cNvPr>
          <p:cNvSpPr>
            <a:spLocks xmlns:a="http://schemas.openxmlformats.org/drawingml/2006/main" noGrp="1"/>
          </p:cNvSpPr>
          <p:nvPr/>
        </p:nvSpPr>
        <p:spPr>
          <a:xfrm xmlns:a="http://schemas.openxmlformats.org/drawingml/2006/main">
            <a:off x="8248650" y="5429250"/>
            <a:ext cx="3448050" cy="447675"/>
          </a:xfrm>
          <a:prstGeom xmlns:a="http://schemas.openxmlformats.org/drawingml/2006/main" prst="roundRect">
            <a:avLst>
              <a:gd name="adj" fmla="val 17021"/>
            </a:avLst>
          </a:prstGeom>
          <a:solidFill xmlns:a="http://schemas.openxmlformats.org/drawingml/2006/main">
            <a:srgbClr val="182A3E"/>
          </a:solidFill>
          <a:ln xmlns:a="http://schemas.openxmlformats.org/drawingml/2006/main" w="19050">
            <a:solidFill>
              <a:srgbClr val="7CE2D0"/>
            </a:solidFill>
            <a:prstDash val="solid"/>
          </a:ln>
        </p:spPr>
      </p:sp>
      <p:sp>
        <p:nvSpPr>
          <p:cNvPr id="33" name="">
            <a:extLst xmlns:a="http://schemas.openxmlformats.org/drawingml/2006/main">
              <a:ext uri="{FF2B5EF4-FFF2-40B4-BE49-F238E27FC236}">
                <a16:creationId xmlns:a16="http://schemas.microsoft.com/office/drawing/2014/main" id="{3FD6809E-002C-4A48-9E81-B50B58A257E5}"/>
              </a:ext>
            </a:extLst>
          </p:cNvPr>
          <p:cNvSpPr>
            <a:spLocks xmlns:a="http://schemas.openxmlformats.org/drawingml/2006/main" noGrp="1"/>
          </p:cNvSpPr>
          <p:nvPr/>
        </p:nvSpPr>
        <p:spPr>
          <a:xfrm xmlns:a="http://schemas.openxmlformats.org/drawingml/2006/main">
            <a:off x="8324850" y="5467350"/>
            <a:ext cx="32956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575" b="0">
                <a:solidFill>
                  <a:srgbClr val="F2F5FC"/>
                </a:solidFill>
                <a:latin typeface="DejaVu Sans"/>
                <a:ea typeface="DejaVu Sans"/>
                <a:cs typeface="DejaVu Sans"/>
              </a:defRPr>
            </a:defPPr>
            <a:lvl1pPr algn="ctr">
              <a:defRPr sz="1575" b="0">
                <a:solidFill>
                  <a:srgbClr val="F2F5FC"/>
                </a:solidFill>
                <a:latin typeface="DejaVu Sans"/>
                <a:ea typeface="DejaVu Sans"/>
                <a:cs typeface="DejaVu Sans"/>
              </a:defRPr>
            </a:lvl1pPr>
            <a:lvl2pPr algn="ctr">
              <a:defRPr sz="1575" b="0">
                <a:solidFill>
                  <a:srgbClr val="F2F5FC"/>
                </a:solidFill>
                <a:latin typeface="DejaVu Sans"/>
                <a:ea typeface="DejaVu Sans"/>
                <a:cs typeface="DejaVu Sans"/>
              </a:defRPr>
            </a:lvl2pPr>
            <a:lvl3pPr algn="ctr">
              <a:defRPr sz="1575" b="0">
                <a:solidFill>
                  <a:srgbClr val="F2F5FC"/>
                </a:solidFill>
                <a:latin typeface="DejaVu Sans"/>
                <a:ea typeface="DejaVu Sans"/>
                <a:cs typeface="DejaVu Sans"/>
              </a:defRPr>
            </a:lvl3pPr>
            <a:lvl4pPr algn="ctr">
              <a:defRPr sz="1575" b="0">
                <a:solidFill>
                  <a:srgbClr val="F2F5FC"/>
                </a:solidFill>
                <a:latin typeface="DejaVu Sans"/>
                <a:ea typeface="DejaVu Sans"/>
                <a:cs typeface="DejaVu Sans"/>
              </a:defRPr>
            </a:lvl4pPr>
            <a:lvl5pPr algn="ctr">
              <a:defRPr sz="1575" b="0">
                <a:solidFill>
                  <a:srgbClr val="F2F5FC"/>
                </a:solidFill>
                <a:latin typeface="DejaVu Sans"/>
                <a:ea typeface="DejaVu Sans"/>
                <a:cs typeface="DejaVu Sans"/>
              </a:defRPr>
            </a:lvl5pPr>
            <a:lvl6pPr algn="ctr">
              <a:defRPr sz="1575" b="0">
                <a:solidFill>
                  <a:srgbClr val="F2F5FC"/>
                </a:solidFill>
                <a:latin typeface="DejaVu Sans"/>
                <a:ea typeface="DejaVu Sans"/>
                <a:cs typeface="DejaVu Sans"/>
              </a:defRPr>
            </a:lvl6pPr>
            <a:lvl7pPr algn="ctr">
              <a:defRPr sz="1575" b="0">
                <a:solidFill>
                  <a:srgbClr val="F2F5FC"/>
                </a:solidFill>
                <a:latin typeface="DejaVu Sans"/>
                <a:ea typeface="DejaVu Sans"/>
                <a:cs typeface="DejaVu Sans"/>
              </a:defRPr>
            </a:lvl7pPr>
            <a:lvl8pPr algn="ctr">
              <a:defRPr sz="1575" b="0">
                <a:solidFill>
                  <a:srgbClr val="F2F5FC"/>
                </a:solidFill>
                <a:latin typeface="DejaVu Sans"/>
                <a:ea typeface="DejaVu Sans"/>
                <a:cs typeface="DejaVu Sans"/>
              </a:defRPr>
            </a:lvl8pPr>
            <a:lvl9pPr algn="ctr">
              <a:defRPr sz="1575" b="0">
                <a:solidFill>
                  <a:srgbClr val="F2F5FC"/>
                </a:solidFill>
                <a:latin typeface="DejaVu Sans"/>
                <a:ea typeface="DejaVu Sans"/>
                <a:cs typeface="DejaVu Sans"/>
              </a:defRPr>
            </a:lvl9pPr>
          </a:lstStyle>
          <a:p xmlns:a="http://schemas.openxmlformats.org/drawingml/2006/main">
            <a:pPr algn="ctr">
              <a:defRPr sz="1575" b="0">
                <a:solidFill>
                  <a:srgbClr val="F2F5FC"/>
                </a:solidFill>
                <a:latin typeface="DejaVu Sans"/>
                <a:ea typeface="DejaVu Sans"/>
                <a:cs typeface="DejaVu Sans"/>
              </a:defRPr>
            </a:pPr>
            <a:r>
              <a:rPr sz="1575" b="0">
                <a:solidFill>
                  <a:srgbClr val="F2F5FC"/>
                </a:solidFill>
                <a:latin typeface="DejaVu Sans"/>
                <a:ea typeface="DejaVu Sans"/>
                <a:cs typeface="DejaVu Sans"/>
              </a:rPr>
              <a:t>Live code + TDD graphs</a:t>
            </a:r>
          </a:p>
        </p:txBody>
      </p:sp>
      <p:sp>
        <p:nvSpPr>
          <p:cNvPr id="50" name="">
            <a:extLst xmlns:a="http://schemas.openxmlformats.org/drawingml/2006/main">
              <a:ext uri="{FF2B5EF4-FFF2-40B4-BE49-F238E27FC236}">
                <a16:creationId xmlns:a16="http://schemas.microsoft.com/office/drawing/2014/main" id="{C93EF726-BF11-418F-A88A-055ED0E28E6B}"/>
              </a:ext>
            </a:extLst>
          </p:cNvPr>
          <p:cNvSpPr>
            <a:spLocks xmlns:a="http://schemas.openxmlformats.org/drawingml/2006/main" noGrp="1"/>
          </p:cNvSpPr>
          <p:nvPr/>
        </p:nvSpPr>
        <p:spPr>
          <a:xfrm xmlns:a="http://schemas.openxmlformats.org/drawingml/2006/main">
            <a:off x="2619375" y="6276975"/>
            <a:ext cx="7143750" cy="342900"/>
          </a:xfrm>
          <a:prstGeom xmlns:a="http://schemas.openxmlformats.org/drawingml/2006/main" prst="roundRect">
            <a:avLst>
              <a:gd name="adj" fmla="val 22222"/>
            </a:avLst>
          </a:prstGeom>
          <a:solidFill xmlns:a="http://schemas.openxmlformats.org/drawingml/2006/main">
            <a:srgbClr val="182A3E"/>
          </a:solidFill>
          <a:ln xmlns:a="http://schemas.openxmlformats.org/drawingml/2006/main" w="19050">
            <a:solidFill>
              <a:srgbClr val="FFCE79"/>
            </a:solidFill>
            <a:prstDash val="solid"/>
          </a:ln>
        </p:spPr>
      </p:sp>
      <p:sp>
        <p:nvSpPr>
          <p:cNvPr id="51" name="">
            <a:extLst xmlns:a="http://schemas.openxmlformats.org/drawingml/2006/main">
              <a:ext uri="{FF2B5EF4-FFF2-40B4-BE49-F238E27FC236}">
                <a16:creationId xmlns:a16="http://schemas.microsoft.com/office/drawing/2014/main" id="{B95A2108-0A02-41AD-8BFF-670E2A97B151}"/>
              </a:ext>
            </a:extLst>
          </p:cNvPr>
          <p:cNvSpPr>
            <a:spLocks xmlns:a="http://schemas.openxmlformats.org/drawingml/2006/main" noGrp="1"/>
          </p:cNvSpPr>
          <p:nvPr/>
        </p:nvSpPr>
        <p:spPr>
          <a:xfrm xmlns:a="http://schemas.openxmlformats.org/drawingml/2006/main">
            <a:off x="2695575" y="6315075"/>
            <a:ext cx="6991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350" b="0">
                <a:solidFill>
                  <a:srgbClr val="F2F5FC"/>
                </a:solidFill>
                <a:latin typeface="DejaVu Sans"/>
                <a:ea typeface="DejaVu Sans"/>
                <a:cs typeface="DejaVu Sans"/>
              </a:defRPr>
            </a:defPPr>
            <a:lvl1pPr algn="ctr">
              <a:defRPr sz="1350" b="0">
                <a:solidFill>
                  <a:srgbClr val="F2F5FC"/>
                </a:solidFill>
                <a:latin typeface="DejaVu Sans"/>
                <a:ea typeface="DejaVu Sans"/>
                <a:cs typeface="DejaVu Sans"/>
              </a:defRPr>
            </a:lvl1pPr>
            <a:lvl2pPr algn="ctr">
              <a:defRPr sz="1350" b="0">
                <a:solidFill>
                  <a:srgbClr val="F2F5FC"/>
                </a:solidFill>
                <a:latin typeface="DejaVu Sans"/>
                <a:ea typeface="DejaVu Sans"/>
                <a:cs typeface="DejaVu Sans"/>
              </a:defRPr>
            </a:lvl2pPr>
            <a:lvl3pPr algn="ctr">
              <a:defRPr sz="1350" b="0">
                <a:solidFill>
                  <a:srgbClr val="F2F5FC"/>
                </a:solidFill>
                <a:latin typeface="DejaVu Sans"/>
                <a:ea typeface="DejaVu Sans"/>
                <a:cs typeface="DejaVu Sans"/>
              </a:defRPr>
            </a:lvl3pPr>
            <a:lvl4pPr algn="ctr">
              <a:defRPr sz="1350" b="0">
                <a:solidFill>
                  <a:srgbClr val="F2F5FC"/>
                </a:solidFill>
                <a:latin typeface="DejaVu Sans"/>
                <a:ea typeface="DejaVu Sans"/>
                <a:cs typeface="DejaVu Sans"/>
              </a:defRPr>
            </a:lvl4pPr>
            <a:lvl5pPr algn="ctr">
              <a:defRPr sz="1350" b="0">
                <a:solidFill>
                  <a:srgbClr val="F2F5FC"/>
                </a:solidFill>
                <a:latin typeface="DejaVu Sans"/>
                <a:ea typeface="DejaVu Sans"/>
                <a:cs typeface="DejaVu Sans"/>
              </a:defRPr>
            </a:lvl5pPr>
            <a:lvl6pPr algn="ctr">
              <a:defRPr sz="1350" b="0">
                <a:solidFill>
                  <a:srgbClr val="F2F5FC"/>
                </a:solidFill>
                <a:latin typeface="DejaVu Sans"/>
                <a:ea typeface="DejaVu Sans"/>
                <a:cs typeface="DejaVu Sans"/>
              </a:defRPr>
            </a:lvl6pPr>
            <a:lvl7pPr algn="ctr">
              <a:defRPr sz="1350" b="0">
                <a:solidFill>
                  <a:srgbClr val="F2F5FC"/>
                </a:solidFill>
                <a:latin typeface="DejaVu Sans"/>
                <a:ea typeface="DejaVu Sans"/>
                <a:cs typeface="DejaVu Sans"/>
              </a:defRPr>
            </a:lvl7pPr>
            <a:lvl8pPr algn="ctr">
              <a:defRPr sz="1350" b="0">
                <a:solidFill>
                  <a:srgbClr val="F2F5FC"/>
                </a:solidFill>
                <a:latin typeface="DejaVu Sans"/>
                <a:ea typeface="DejaVu Sans"/>
                <a:cs typeface="DejaVu Sans"/>
              </a:defRPr>
            </a:lvl8pPr>
            <a:lvl9pPr algn="ctr">
              <a:defRPr sz="1350" b="0">
                <a:solidFill>
                  <a:srgbClr val="F2F5FC"/>
                </a:solidFill>
                <a:latin typeface="DejaVu Sans"/>
                <a:ea typeface="DejaVu Sans"/>
                <a:cs typeface="DejaVu Sans"/>
              </a:defRPr>
            </a:lvl9pPr>
          </a:lstStyle>
          <a:p xmlns:a="http://schemas.openxmlformats.org/drawingml/2006/main">
            <a:pPr algn="ctr">
              <a:defRPr sz="1350" b="0">
                <a:solidFill>
                  <a:srgbClr val="F2F5FC"/>
                </a:solidFill>
                <a:latin typeface="DejaVu Sans"/>
                <a:ea typeface="DejaVu Sans"/>
                <a:cs typeface="DejaVu Sans"/>
              </a:defRPr>
            </a:pPr>
            <a:r>
              <a:rPr sz="1350" b="0">
                <a:solidFill>
                  <a:srgbClr val="F2F5FC"/>
                </a:solidFill>
                <a:latin typeface="DejaVu Sans"/>
                <a:ea typeface="DejaVu Sans"/>
                <a:cs typeface="DejaVu Sans"/>
              </a:rPr>
              <a:t>Human feedback + validation + model refinement</a:t>
            </a:r>
          </a:p>
        </p:txBody>
      </p:sp>
      <p:sp>
        <p:nvSpPr>
          <p:cNvPr id="54" name="">
            <a:extLst xmlns:a="http://schemas.openxmlformats.org/drawingml/2006/main">
              <a:ext uri="{FF2B5EF4-FFF2-40B4-BE49-F238E27FC236}">
                <a16:creationId xmlns:a16="http://schemas.microsoft.com/office/drawing/2014/main" id="{DB68C4BB-A492-4C33-A671-7DFECBA6BA23}"/>
              </a:ext>
            </a:extLst>
          </p:cNvPr>
          <p:cNvSpPr>
            <a:spLocks xmlns:a="http://schemas.openxmlformats.org/drawingml/2006/main" noGrp="1"/>
          </p:cNvSpPr>
          <p:nvPr/>
        </p:nvSpPr>
        <p:spPr>
          <a:xfrm xmlns:a="http://schemas.openxmlformats.org/drawingml/2006/main">
            <a:off x="8248650" y="6048375"/>
            <a:ext cx="34575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00" b="0">
                <a:solidFill>
                  <a:srgbClr val="A6B5C9"/>
                </a:solidFill>
                <a:latin typeface="DejaVu Sans"/>
                <a:ea typeface="DejaVu Sans"/>
                <a:cs typeface="DejaVu Sans"/>
              </a:defRPr>
            </a:defPPr>
            <a:lvl1pPr>
              <a:defRPr sz="1200" b="0">
                <a:solidFill>
                  <a:srgbClr val="A6B5C9"/>
                </a:solidFill>
                <a:latin typeface="DejaVu Sans"/>
                <a:ea typeface="DejaVu Sans"/>
                <a:cs typeface="DejaVu Sans"/>
              </a:defRPr>
            </a:lvl1pPr>
            <a:lvl2pPr>
              <a:defRPr sz="1200" b="0">
                <a:solidFill>
                  <a:srgbClr val="A6B5C9"/>
                </a:solidFill>
                <a:latin typeface="DejaVu Sans"/>
                <a:ea typeface="DejaVu Sans"/>
                <a:cs typeface="DejaVu Sans"/>
              </a:defRPr>
            </a:lvl2pPr>
            <a:lvl3pPr>
              <a:defRPr sz="1200" b="0">
                <a:solidFill>
                  <a:srgbClr val="A6B5C9"/>
                </a:solidFill>
                <a:latin typeface="DejaVu Sans"/>
                <a:ea typeface="DejaVu Sans"/>
                <a:cs typeface="DejaVu Sans"/>
              </a:defRPr>
            </a:lvl3pPr>
            <a:lvl4pPr>
              <a:defRPr sz="1200" b="0">
                <a:solidFill>
                  <a:srgbClr val="A6B5C9"/>
                </a:solidFill>
                <a:latin typeface="DejaVu Sans"/>
                <a:ea typeface="DejaVu Sans"/>
                <a:cs typeface="DejaVu Sans"/>
              </a:defRPr>
            </a:lvl4pPr>
            <a:lvl5pPr>
              <a:defRPr sz="1200" b="0">
                <a:solidFill>
                  <a:srgbClr val="A6B5C9"/>
                </a:solidFill>
                <a:latin typeface="DejaVu Sans"/>
                <a:ea typeface="DejaVu Sans"/>
                <a:cs typeface="DejaVu Sans"/>
              </a:defRPr>
            </a:lvl5pPr>
            <a:lvl6pPr>
              <a:defRPr sz="1200" b="0">
                <a:solidFill>
                  <a:srgbClr val="A6B5C9"/>
                </a:solidFill>
                <a:latin typeface="DejaVu Sans"/>
                <a:ea typeface="DejaVu Sans"/>
                <a:cs typeface="DejaVu Sans"/>
              </a:defRPr>
            </a:lvl6pPr>
            <a:lvl7pPr>
              <a:defRPr sz="1200" b="0">
                <a:solidFill>
                  <a:srgbClr val="A6B5C9"/>
                </a:solidFill>
                <a:latin typeface="DejaVu Sans"/>
                <a:ea typeface="DejaVu Sans"/>
                <a:cs typeface="DejaVu Sans"/>
              </a:defRPr>
            </a:lvl7pPr>
            <a:lvl8pPr>
              <a:defRPr sz="1200" b="0">
                <a:solidFill>
                  <a:srgbClr val="A6B5C9"/>
                </a:solidFill>
                <a:latin typeface="DejaVu Sans"/>
                <a:ea typeface="DejaVu Sans"/>
                <a:cs typeface="DejaVu Sans"/>
              </a:defRPr>
            </a:lvl8pPr>
            <a:lvl9pPr>
              <a:defRPr sz="1200" b="0">
                <a:solidFill>
                  <a:srgbClr val="A6B5C9"/>
                </a:solidFill>
                <a:latin typeface="DejaVu Sans"/>
                <a:ea typeface="DejaVu Sans"/>
                <a:cs typeface="DejaVu Sans"/>
              </a:defRPr>
            </a:lvl9pPr>
          </a:lstStyle>
          <a:p xmlns:a="http://schemas.openxmlformats.org/drawingml/2006/main">
            <a:pPr>
              <a:defRPr sz="1200" b="0">
                <a:solidFill>
                  <a:srgbClr val="A6B5C9"/>
                </a:solidFill>
                <a:latin typeface="DejaVu Sans"/>
                <a:ea typeface="DejaVu Sans"/>
                <a:cs typeface="DejaVu Sans"/>
              </a:defRPr>
            </a:pPr>
            <a:r>
              <a:rPr sz="1200" b="0">
                <a:solidFill>
                  <a:srgbClr val="A6B5C9"/>
                </a:solidFill>
                <a:latin typeface="DejaVu Sans"/>
                <a:ea typeface="DejaVu Sans"/>
                <a:cs typeface="DejaVu Sans"/>
              </a:rPr>
              <a:t>Conceptual architecture across projects</a:t>
            </a:r>
          </a:p>
        </p:txBody>
      </p:sp>
    </p:spTree>
    <p:extLst>
      <p:ext uri="{BB962C8B-B14F-4D97-AF65-F5344CB8AC3E}">
        <p14:creationId xmlns:p14="http://schemas.microsoft.com/office/powerpoint/2010/main" val="274611561"/>
      </p:ext>
    </p:extLst>
  </p:cSld>
</p:sld>
</file>

<file path=ppt/slides/slide4.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A8E0E45-D25D-4610-B0C3-DEFD77781A0D}"/>
              </a:ext>
            </a:extLst>
          </p:cNvPr>
          <p:cNvSpPr>
            <a:spLocks xmlns:a="http://schemas.openxmlformats.org/drawingml/2006/main" noGrp="1"/>
          </p:cNvSpPr>
          <p:nvPr/>
        </p:nvSpPr>
        <p:spPr>
          <a:xfrm xmlns:a="http://schemas.openxmlformats.org/drawingml/2006/main">
            <a:off x="609600" y="457200"/>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132A35"/>
                </a:solidFill>
                <a:latin typeface="DejaVu Sans"/>
                <a:ea typeface="DejaVu Sans"/>
                <a:cs typeface="DejaVu Sans"/>
              </a:defRPr>
            </a:defPPr>
            <a:lvl1pPr>
              <a:defRPr sz="3300" b="1">
                <a:solidFill>
                  <a:srgbClr val="132A35"/>
                </a:solidFill>
                <a:latin typeface="DejaVu Sans"/>
                <a:ea typeface="DejaVu Sans"/>
                <a:cs typeface="DejaVu Sans"/>
              </a:defRPr>
            </a:lvl1pPr>
            <a:lvl2pPr>
              <a:defRPr sz="3300" b="1">
                <a:solidFill>
                  <a:srgbClr val="132A35"/>
                </a:solidFill>
                <a:latin typeface="DejaVu Sans"/>
                <a:ea typeface="DejaVu Sans"/>
                <a:cs typeface="DejaVu Sans"/>
              </a:defRPr>
            </a:lvl2pPr>
            <a:lvl3pPr>
              <a:defRPr sz="3300" b="1">
                <a:solidFill>
                  <a:srgbClr val="132A35"/>
                </a:solidFill>
                <a:latin typeface="DejaVu Sans"/>
                <a:ea typeface="DejaVu Sans"/>
                <a:cs typeface="DejaVu Sans"/>
              </a:defRPr>
            </a:lvl3pPr>
            <a:lvl4pPr>
              <a:defRPr sz="3300" b="1">
                <a:solidFill>
                  <a:srgbClr val="132A35"/>
                </a:solidFill>
                <a:latin typeface="DejaVu Sans"/>
                <a:ea typeface="DejaVu Sans"/>
                <a:cs typeface="DejaVu Sans"/>
              </a:defRPr>
            </a:lvl4pPr>
            <a:lvl5pPr>
              <a:defRPr sz="3300" b="1">
                <a:solidFill>
                  <a:srgbClr val="132A35"/>
                </a:solidFill>
                <a:latin typeface="DejaVu Sans"/>
                <a:ea typeface="DejaVu Sans"/>
                <a:cs typeface="DejaVu Sans"/>
              </a:defRPr>
            </a:lvl5pPr>
            <a:lvl6pPr>
              <a:defRPr sz="3300" b="1">
                <a:solidFill>
                  <a:srgbClr val="132A35"/>
                </a:solidFill>
                <a:latin typeface="DejaVu Sans"/>
                <a:ea typeface="DejaVu Sans"/>
                <a:cs typeface="DejaVu Sans"/>
              </a:defRPr>
            </a:lvl6pPr>
            <a:lvl7pPr>
              <a:defRPr sz="3300" b="1">
                <a:solidFill>
                  <a:srgbClr val="132A35"/>
                </a:solidFill>
                <a:latin typeface="DejaVu Sans"/>
                <a:ea typeface="DejaVu Sans"/>
                <a:cs typeface="DejaVu Sans"/>
              </a:defRPr>
            </a:lvl7pPr>
            <a:lvl8pPr>
              <a:defRPr sz="3300" b="1">
                <a:solidFill>
                  <a:srgbClr val="132A35"/>
                </a:solidFill>
                <a:latin typeface="DejaVu Sans"/>
                <a:ea typeface="DejaVu Sans"/>
                <a:cs typeface="DejaVu Sans"/>
              </a:defRPr>
            </a:lvl8pPr>
            <a:lvl9pPr>
              <a:defRPr sz="3300" b="1">
                <a:solidFill>
                  <a:srgbClr val="132A35"/>
                </a:solidFill>
                <a:latin typeface="DejaVu Sans"/>
                <a:ea typeface="DejaVu Sans"/>
                <a:cs typeface="DejaVu Sans"/>
              </a:defRPr>
            </a:lvl9pPr>
          </a:lstStyle>
          <a:p xmlns:a="http://schemas.openxmlformats.org/drawingml/2006/main">
            <a:pPr>
              <a:defRPr sz="3300" b="1">
                <a:solidFill>
                  <a:srgbClr val="132A35"/>
                </a:solidFill>
                <a:latin typeface="DejaVu Sans"/>
                <a:ea typeface="DejaVu Sans"/>
                <a:cs typeface="DejaVu Sans"/>
              </a:defRPr>
            </a:pPr>
            <a:r>
              <a:rPr sz="3300" b="1">
                <a:solidFill>
                  <a:srgbClr val="132A35"/>
                </a:solidFill>
                <a:latin typeface="DejaVu Sans"/>
                <a:ea typeface="DejaVu Sans"/>
                <a:cs typeface="DejaVu Sans"/>
              </a:rPr>
              <a:t>I was part of Walmart’s Retail Graph team</a:t>
            </a:r>
          </a:p>
        </p:txBody>
      </p:sp>
      <p:sp>
        <p:nvSpPr>
          <p:cNvPr id="2" name="">
            <a:extLst xmlns:a="http://schemas.openxmlformats.org/drawingml/2006/main">
              <a:ext uri="{FF2B5EF4-FFF2-40B4-BE49-F238E27FC236}">
                <a16:creationId xmlns:a16="http://schemas.microsoft.com/office/drawing/2014/main" id="{256C49CE-1D15-4F72-AB16-9262E3916027}"/>
              </a:ext>
            </a:extLst>
          </p:cNvPr>
          <p:cNvSpPr>
            <a:spLocks xmlns:a="http://schemas.openxmlformats.org/drawingml/2006/main" noGrp="1"/>
          </p:cNvSpPr>
          <p:nvPr/>
        </p:nvSpPr>
        <p:spPr>
          <a:xfrm xmlns:a="http://schemas.openxmlformats.org/drawingml/2006/main">
            <a:off x="609600" y="1143000"/>
            <a:ext cx="1095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087E83"/>
                </a:solidFill>
                <a:latin typeface="DejaVu Sans"/>
                <a:ea typeface="DejaVu Sans"/>
                <a:cs typeface="DejaVu Sans"/>
              </a:defRPr>
            </a:defPPr>
            <a:lvl1pPr>
              <a:defRPr sz="1725" b="0">
                <a:solidFill>
                  <a:srgbClr val="087E83"/>
                </a:solidFill>
                <a:latin typeface="DejaVu Sans"/>
                <a:ea typeface="DejaVu Sans"/>
                <a:cs typeface="DejaVu Sans"/>
              </a:defRPr>
            </a:lvl1pPr>
            <a:lvl2pPr>
              <a:defRPr sz="1725" b="0">
                <a:solidFill>
                  <a:srgbClr val="087E83"/>
                </a:solidFill>
                <a:latin typeface="DejaVu Sans"/>
                <a:ea typeface="DejaVu Sans"/>
                <a:cs typeface="DejaVu Sans"/>
              </a:defRPr>
            </a:lvl2pPr>
            <a:lvl3pPr>
              <a:defRPr sz="1725" b="0">
                <a:solidFill>
                  <a:srgbClr val="087E83"/>
                </a:solidFill>
                <a:latin typeface="DejaVu Sans"/>
                <a:ea typeface="DejaVu Sans"/>
                <a:cs typeface="DejaVu Sans"/>
              </a:defRPr>
            </a:lvl3pPr>
            <a:lvl4pPr>
              <a:defRPr sz="1725" b="0">
                <a:solidFill>
                  <a:srgbClr val="087E83"/>
                </a:solidFill>
                <a:latin typeface="DejaVu Sans"/>
                <a:ea typeface="DejaVu Sans"/>
                <a:cs typeface="DejaVu Sans"/>
              </a:defRPr>
            </a:lvl4pPr>
            <a:lvl5pPr>
              <a:defRPr sz="1725" b="0">
                <a:solidFill>
                  <a:srgbClr val="087E83"/>
                </a:solidFill>
                <a:latin typeface="DejaVu Sans"/>
                <a:ea typeface="DejaVu Sans"/>
                <a:cs typeface="DejaVu Sans"/>
              </a:defRPr>
            </a:lvl5pPr>
            <a:lvl6pPr>
              <a:defRPr sz="1725" b="0">
                <a:solidFill>
                  <a:srgbClr val="087E83"/>
                </a:solidFill>
                <a:latin typeface="DejaVu Sans"/>
                <a:ea typeface="DejaVu Sans"/>
                <a:cs typeface="DejaVu Sans"/>
              </a:defRPr>
            </a:lvl6pPr>
            <a:lvl7pPr>
              <a:defRPr sz="1725" b="0">
                <a:solidFill>
                  <a:srgbClr val="087E83"/>
                </a:solidFill>
                <a:latin typeface="DejaVu Sans"/>
                <a:ea typeface="DejaVu Sans"/>
                <a:cs typeface="DejaVu Sans"/>
              </a:defRPr>
            </a:lvl7pPr>
            <a:lvl8pPr>
              <a:defRPr sz="1725" b="0">
                <a:solidFill>
                  <a:srgbClr val="087E83"/>
                </a:solidFill>
                <a:latin typeface="DejaVu Sans"/>
                <a:ea typeface="DejaVu Sans"/>
                <a:cs typeface="DejaVu Sans"/>
              </a:defRPr>
            </a:lvl8pPr>
            <a:lvl9pPr>
              <a:defRPr sz="1725" b="0">
                <a:solidFill>
                  <a:srgbClr val="087E83"/>
                </a:solidFill>
                <a:latin typeface="DejaVu Sans"/>
                <a:ea typeface="DejaVu Sans"/>
                <a:cs typeface="DejaVu Sans"/>
              </a:defRPr>
            </a:lvl9pPr>
          </a:lstStyle>
          <a:p xmlns:a="http://schemas.openxmlformats.org/drawingml/2006/main">
            <a:pPr>
              <a:defRPr sz="1725" b="0">
                <a:solidFill>
                  <a:srgbClr val="087E83"/>
                </a:solidFill>
                <a:latin typeface="DejaVu Sans"/>
                <a:ea typeface="DejaVu Sans"/>
                <a:cs typeface="DejaVu Sans"/>
              </a:defRPr>
            </a:pPr>
            <a:r>
              <a:rPr sz="1725" b="0">
                <a:solidFill>
                  <a:srgbClr val="087E83"/>
                </a:solidFill>
                <a:latin typeface="DejaVu Sans"/>
                <a:ea typeface="DejaVu Sans"/>
                <a:cs typeface="DejaVu Sans"/>
              </a:rPr>
              <a:t>A connected view of stores, sellers, items and their relationships</a:t>
            </a:r>
          </a:p>
        </p:txBody>
      </p:sp>
      <p:sp>
        <p:nvSpPr>
          <p:cNvPr id="3" name="">
            <a:extLst xmlns:a="http://schemas.openxmlformats.org/drawingml/2006/main">
              <a:ext uri="{FF2B5EF4-FFF2-40B4-BE49-F238E27FC236}">
                <a16:creationId xmlns:a16="http://schemas.microsoft.com/office/drawing/2014/main" id="{58B15D73-F97B-4A90-8F2D-73526BD900DF}"/>
              </a:ext>
            </a:extLst>
          </p:cNvPr>
          <p:cNvSpPr>
            <a:spLocks xmlns:a="http://schemas.openxmlformats.org/drawingml/2006/main" noGrp="1"/>
          </p:cNvSpPr>
          <p:nvPr/>
        </p:nvSpPr>
        <p:spPr>
          <a:xfrm xmlns:a="http://schemas.openxmlformats.org/drawingml/2006/main">
            <a:off x="609600" y="1943100"/>
            <a:ext cx="6667500" cy="3257550"/>
          </a:xfrm>
          <a:prstGeom xmlns:a="http://schemas.openxmlformats.org/drawingml/2006/main" prst="rect">
            <a:avLst/>
          </a:prstGeom>
          <a:solidFill xmlns:a="http://schemas.openxmlformats.org/drawingml/2006/main">
            <a:srgbClr val="E7E8DF"/>
          </a:solidFill>
          <a:ln xmlns:a="http://schemas.openxmlformats.org/drawingml/2006/main" w="9525">
            <a:solidFill>
              <a:srgbClr val="A7B5B2"/>
            </a:solidFill>
            <a:prstDash val="solid"/>
          </a:ln>
        </p:spPr>
        <p:txBody>
          <a:bodyPr xmlns:a="http://schemas.openxmlformats.org/drawingml/2006/main" lIns="209550" tIns="209550" rIns="209550" bIns="209550" anchor="ctr"/>
          <a:lstStyle xmlns:a="http://schemas.openxmlformats.org/drawingml/2006/main">
            <a:defPPr algn="ctr">
              <a:defRPr sz="1650" b="0">
                <a:solidFill>
                  <a:srgbClr val="53676D"/>
                </a:solidFill>
                <a:latin typeface="DejaVu Sans"/>
                <a:ea typeface="DejaVu Sans"/>
                <a:cs typeface="DejaVu Sans"/>
              </a:defRPr>
            </a:defPPr>
            <a:lvl1pPr algn="ctr">
              <a:defRPr sz="1650" b="0">
                <a:solidFill>
                  <a:srgbClr val="53676D"/>
                </a:solidFill>
                <a:latin typeface="DejaVu Sans"/>
                <a:ea typeface="DejaVu Sans"/>
                <a:cs typeface="DejaVu Sans"/>
              </a:defRPr>
            </a:lvl1pPr>
            <a:lvl2pPr algn="ctr">
              <a:defRPr sz="1650" b="0">
                <a:solidFill>
                  <a:srgbClr val="53676D"/>
                </a:solidFill>
                <a:latin typeface="DejaVu Sans"/>
                <a:ea typeface="DejaVu Sans"/>
                <a:cs typeface="DejaVu Sans"/>
              </a:defRPr>
            </a:lvl2pPr>
            <a:lvl3pPr algn="ctr">
              <a:defRPr sz="1650" b="0">
                <a:solidFill>
                  <a:srgbClr val="53676D"/>
                </a:solidFill>
                <a:latin typeface="DejaVu Sans"/>
                <a:ea typeface="DejaVu Sans"/>
                <a:cs typeface="DejaVu Sans"/>
              </a:defRPr>
            </a:lvl3pPr>
            <a:lvl4pPr algn="ctr">
              <a:defRPr sz="1650" b="0">
                <a:solidFill>
                  <a:srgbClr val="53676D"/>
                </a:solidFill>
                <a:latin typeface="DejaVu Sans"/>
                <a:ea typeface="DejaVu Sans"/>
                <a:cs typeface="DejaVu Sans"/>
              </a:defRPr>
            </a:lvl4pPr>
            <a:lvl5pPr algn="ctr">
              <a:defRPr sz="1650" b="0">
                <a:solidFill>
                  <a:srgbClr val="53676D"/>
                </a:solidFill>
                <a:latin typeface="DejaVu Sans"/>
                <a:ea typeface="DejaVu Sans"/>
                <a:cs typeface="DejaVu Sans"/>
              </a:defRPr>
            </a:lvl5pPr>
            <a:lvl6pPr algn="ctr">
              <a:defRPr sz="1650" b="0">
                <a:solidFill>
                  <a:srgbClr val="53676D"/>
                </a:solidFill>
                <a:latin typeface="DejaVu Sans"/>
                <a:ea typeface="DejaVu Sans"/>
                <a:cs typeface="DejaVu Sans"/>
              </a:defRPr>
            </a:lvl6pPr>
            <a:lvl7pPr algn="ctr">
              <a:defRPr sz="1650" b="0">
                <a:solidFill>
                  <a:srgbClr val="53676D"/>
                </a:solidFill>
                <a:latin typeface="DejaVu Sans"/>
                <a:ea typeface="DejaVu Sans"/>
                <a:cs typeface="DejaVu Sans"/>
              </a:defRPr>
            </a:lvl7pPr>
            <a:lvl8pPr algn="ctr">
              <a:defRPr sz="1650" b="0">
                <a:solidFill>
                  <a:srgbClr val="53676D"/>
                </a:solidFill>
                <a:latin typeface="DejaVu Sans"/>
                <a:ea typeface="DejaVu Sans"/>
                <a:cs typeface="DejaVu Sans"/>
              </a:defRPr>
            </a:lvl8pPr>
            <a:lvl9pPr algn="ctr">
              <a:defRPr sz="1650" b="0">
                <a:solidFill>
                  <a:srgbClr val="53676D"/>
                </a:solidFill>
                <a:latin typeface="DejaVu Sans"/>
                <a:ea typeface="DejaVu Sans"/>
                <a:cs typeface="DejaVu Sans"/>
              </a:defRPr>
            </a:lvl9pPr>
          </a:lstStyle>
          <a:p xmlns:a="http://schemas.openxmlformats.org/drawingml/2006/main">
            <a:pPr algn="ctr">
              <a:defRPr sz="1650" b="0">
                <a:solidFill>
                  <a:srgbClr val="53676D"/>
                </a:solidFill>
                <a:latin typeface="DejaVu Sans"/>
                <a:ea typeface="DejaVu Sans"/>
                <a:cs typeface="DejaVu Sans"/>
              </a:defRPr>
            </a:pPr>
            <a:r>
              <a:rPr sz="1650" b="0">
                <a:solidFill>
                  <a:srgbClr val="53676D"/>
                </a:solidFill>
                <a:latin typeface="DejaVu Sans"/>
                <a:ea typeface="DejaVu Sans"/>
                <a:cs typeface="DejaVu Sans"/>
              </a:rPr>
              <a:t>[ YOUR RETAIL GRAPH VISUAL ]</a:t>
            </a:r>
          </a:p>
          <a:p xmlns:a="http://schemas.openxmlformats.org/drawingml/2006/main">
            <a:r>
              <a:t/>
            </a:r>
          </a:p>
          <a:p xmlns:a="http://schemas.openxmlformats.org/drawingml/2006/main">
            <a:pPr algn="ctr">
              <a:defRPr sz="1650" b="0">
                <a:solidFill>
                  <a:srgbClr val="53676D"/>
                </a:solidFill>
                <a:latin typeface="DejaVu Sans"/>
                <a:ea typeface="DejaVu Sans"/>
                <a:cs typeface="DejaVu Sans"/>
              </a:defRPr>
            </a:pPr>
            <a:r>
              <a:rPr sz="1650" b="0">
                <a:solidFill>
                  <a:srgbClr val="53676D"/>
                </a:solidFill>
                <a:latin typeface="DejaVu Sans"/>
                <a:ea typeface="DejaVu Sans"/>
                <a:cs typeface="DejaVu Sans"/>
              </a:rPr>
              <a:t>Stores, sellers, items and entities</a:t>
            </a:r>
          </a:p>
          <a:p xmlns:a="http://schemas.openxmlformats.org/drawingml/2006/main">
            <a:pPr algn="ctr">
              <a:defRPr sz="1650" b="0">
                <a:solidFill>
                  <a:srgbClr val="53676D"/>
                </a:solidFill>
                <a:latin typeface="DejaVu Sans"/>
                <a:ea typeface="DejaVu Sans"/>
                <a:cs typeface="DejaVu Sans"/>
              </a:defRPr>
            </a:pPr>
            <a:r>
              <a:rPr sz="1650" b="0">
                <a:solidFill>
                  <a:srgbClr val="53676D"/>
                </a:solidFill>
                <a:latin typeface="DejaVu Sans"/>
                <a:ea typeface="DejaVu Sans"/>
                <a:cs typeface="DejaVu Sans"/>
              </a:rPr>
              <a:t>with the relationships between them</a:t>
            </a:r>
          </a:p>
        </p:txBody>
      </p:sp>
      <p:sp>
        <p:nvSpPr>
          <p:cNvPr id="4" name="">
            <a:extLst xmlns:a="http://schemas.openxmlformats.org/drawingml/2006/main">
              <a:ext uri="{FF2B5EF4-FFF2-40B4-BE49-F238E27FC236}">
                <a16:creationId xmlns:a16="http://schemas.microsoft.com/office/drawing/2014/main" id="{87676F88-26C8-411D-B5FE-3E0740FC20AC}"/>
              </a:ext>
            </a:extLst>
          </p:cNvPr>
          <p:cNvSpPr>
            <a:spLocks xmlns:a="http://schemas.openxmlformats.org/drawingml/2006/main" noGrp="1"/>
          </p:cNvSpPr>
          <p:nvPr/>
        </p:nvSpPr>
        <p:spPr>
          <a:xfrm xmlns:a="http://schemas.openxmlformats.org/drawingml/2006/main">
            <a:off x="7734300" y="1981200"/>
            <a:ext cx="3810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1">
                <a:solidFill>
                  <a:srgbClr val="132A35"/>
                </a:solidFill>
                <a:latin typeface="DejaVu Sans"/>
                <a:ea typeface="DejaVu Sans"/>
                <a:cs typeface="DejaVu Sans"/>
              </a:defRPr>
            </a:defPPr>
            <a:lvl1pPr>
              <a:defRPr sz="2250" b="1">
                <a:solidFill>
                  <a:srgbClr val="132A35"/>
                </a:solidFill>
                <a:latin typeface="DejaVu Sans"/>
                <a:ea typeface="DejaVu Sans"/>
                <a:cs typeface="DejaVu Sans"/>
              </a:defRPr>
            </a:lvl1pPr>
            <a:lvl2pPr>
              <a:defRPr sz="2250" b="1">
                <a:solidFill>
                  <a:srgbClr val="132A35"/>
                </a:solidFill>
                <a:latin typeface="DejaVu Sans"/>
                <a:ea typeface="DejaVu Sans"/>
                <a:cs typeface="DejaVu Sans"/>
              </a:defRPr>
            </a:lvl2pPr>
            <a:lvl3pPr>
              <a:defRPr sz="2250" b="1">
                <a:solidFill>
                  <a:srgbClr val="132A35"/>
                </a:solidFill>
                <a:latin typeface="DejaVu Sans"/>
                <a:ea typeface="DejaVu Sans"/>
                <a:cs typeface="DejaVu Sans"/>
              </a:defRPr>
            </a:lvl3pPr>
            <a:lvl4pPr>
              <a:defRPr sz="2250" b="1">
                <a:solidFill>
                  <a:srgbClr val="132A35"/>
                </a:solidFill>
                <a:latin typeface="DejaVu Sans"/>
                <a:ea typeface="DejaVu Sans"/>
                <a:cs typeface="DejaVu Sans"/>
              </a:defRPr>
            </a:lvl4pPr>
            <a:lvl5pPr>
              <a:defRPr sz="2250" b="1">
                <a:solidFill>
                  <a:srgbClr val="132A35"/>
                </a:solidFill>
                <a:latin typeface="DejaVu Sans"/>
                <a:ea typeface="DejaVu Sans"/>
                <a:cs typeface="DejaVu Sans"/>
              </a:defRPr>
            </a:lvl5pPr>
            <a:lvl6pPr>
              <a:defRPr sz="2250" b="1">
                <a:solidFill>
                  <a:srgbClr val="132A35"/>
                </a:solidFill>
                <a:latin typeface="DejaVu Sans"/>
                <a:ea typeface="DejaVu Sans"/>
                <a:cs typeface="DejaVu Sans"/>
              </a:defRPr>
            </a:lvl6pPr>
            <a:lvl7pPr>
              <a:defRPr sz="2250" b="1">
                <a:solidFill>
                  <a:srgbClr val="132A35"/>
                </a:solidFill>
                <a:latin typeface="DejaVu Sans"/>
                <a:ea typeface="DejaVu Sans"/>
                <a:cs typeface="DejaVu Sans"/>
              </a:defRPr>
            </a:lvl7pPr>
            <a:lvl8pPr>
              <a:defRPr sz="2250" b="1">
                <a:solidFill>
                  <a:srgbClr val="132A35"/>
                </a:solidFill>
                <a:latin typeface="DejaVu Sans"/>
                <a:ea typeface="DejaVu Sans"/>
                <a:cs typeface="DejaVu Sans"/>
              </a:defRPr>
            </a:lvl8pPr>
            <a:lvl9pPr>
              <a:defRPr sz="2250" b="1">
                <a:solidFill>
                  <a:srgbClr val="132A35"/>
                </a:solidFill>
                <a:latin typeface="DejaVu Sans"/>
                <a:ea typeface="DejaVu Sans"/>
                <a:cs typeface="DejaVu Sans"/>
              </a:defRPr>
            </a:lvl9pPr>
          </a:lstStyle>
          <a:p xmlns:a="http://schemas.openxmlformats.org/drawingml/2006/main">
            <a:pPr>
              <a:defRPr sz="2250" b="1">
                <a:solidFill>
                  <a:srgbClr val="132A35"/>
                </a:solidFill>
                <a:latin typeface="DejaVu Sans"/>
                <a:ea typeface="DejaVu Sans"/>
                <a:cs typeface="DejaVu Sans"/>
              </a:defRPr>
            </a:pPr>
            <a:r>
              <a:rPr sz="2250" b="1">
                <a:solidFill>
                  <a:srgbClr val="132A35"/>
                </a:solidFill>
                <a:latin typeface="DejaVu Sans"/>
                <a:ea typeface="DejaVu Sans"/>
                <a:cs typeface="DejaVu Sans"/>
              </a:rPr>
              <a:t>Graph DB as the foundation</a:t>
            </a:r>
          </a:p>
        </p:txBody>
      </p:sp>
      <p:sp>
        <p:nvSpPr>
          <p:cNvPr id="5" name="">
            <a:extLst xmlns:a="http://schemas.openxmlformats.org/drawingml/2006/main">
              <a:ext uri="{FF2B5EF4-FFF2-40B4-BE49-F238E27FC236}">
                <a16:creationId xmlns:a16="http://schemas.microsoft.com/office/drawing/2014/main" id="{551D9758-31D4-46BF-A0EE-96908E0E9F60}"/>
              </a:ext>
            </a:extLst>
          </p:cNvPr>
          <p:cNvSpPr>
            <a:spLocks xmlns:a="http://schemas.openxmlformats.org/drawingml/2006/main" noGrp="1"/>
          </p:cNvSpPr>
          <p:nvPr/>
        </p:nvSpPr>
        <p:spPr>
          <a:xfrm xmlns:a="http://schemas.openxmlformats.org/drawingml/2006/main">
            <a:off x="7734300" y="2914650"/>
            <a:ext cx="38100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53676D"/>
                </a:solidFill>
                <a:latin typeface="DejaVu Sans"/>
                <a:ea typeface="DejaVu Sans"/>
                <a:cs typeface="DejaVu Sans"/>
              </a:defRPr>
            </a:defPPr>
            <a:lvl1pPr>
              <a:defRPr sz="1875" b="0">
                <a:solidFill>
                  <a:srgbClr val="53676D"/>
                </a:solidFill>
                <a:latin typeface="DejaVu Sans"/>
                <a:ea typeface="DejaVu Sans"/>
                <a:cs typeface="DejaVu Sans"/>
              </a:defRPr>
            </a:lvl1pPr>
            <a:lvl2pPr>
              <a:defRPr sz="1875" b="0">
                <a:solidFill>
                  <a:srgbClr val="53676D"/>
                </a:solidFill>
                <a:latin typeface="DejaVu Sans"/>
                <a:ea typeface="DejaVu Sans"/>
                <a:cs typeface="DejaVu Sans"/>
              </a:defRPr>
            </a:lvl2pPr>
            <a:lvl3pPr>
              <a:defRPr sz="1875" b="0">
                <a:solidFill>
                  <a:srgbClr val="53676D"/>
                </a:solidFill>
                <a:latin typeface="DejaVu Sans"/>
                <a:ea typeface="DejaVu Sans"/>
                <a:cs typeface="DejaVu Sans"/>
              </a:defRPr>
            </a:lvl3pPr>
            <a:lvl4pPr>
              <a:defRPr sz="1875" b="0">
                <a:solidFill>
                  <a:srgbClr val="53676D"/>
                </a:solidFill>
                <a:latin typeface="DejaVu Sans"/>
                <a:ea typeface="DejaVu Sans"/>
                <a:cs typeface="DejaVu Sans"/>
              </a:defRPr>
            </a:lvl4pPr>
            <a:lvl5pPr>
              <a:defRPr sz="1875" b="0">
                <a:solidFill>
                  <a:srgbClr val="53676D"/>
                </a:solidFill>
                <a:latin typeface="DejaVu Sans"/>
                <a:ea typeface="DejaVu Sans"/>
                <a:cs typeface="DejaVu Sans"/>
              </a:defRPr>
            </a:lvl5pPr>
            <a:lvl6pPr>
              <a:defRPr sz="1875" b="0">
                <a:solidFill>
                  <a:srgbClr val="53676D"/>
                </a:solidFill>
                <a:latin typeface="DejaVu Sans"/>
                <a:ea typeface="DejaVu Sans"/>
                <a:cs typeface="DejaVu Sans"/>
              </a:defRPr>
            </a:lvl6pPr>
            <a:lvl7pPr>
              <a:defRPr sz="1875" b="0">
                <a:solidFill>
                  <a:srgbClr val="53676D"/>
                </a:solidFill>
                <a:latin typeface="DejaVu Sans"/>
                <a:ea typeface="DejaVu Sans"/>
                <a:cs typeface="DejaVu Sans"/>
              </a:defRPr>
            </a:lvl7pPr>
            <a:lvl8pPr>
              <a:defRPr sz="1875" b="0">
                <a:solidFill>
                  <a:srgbClr val="53676D"/>
                </a:solidFill>
                <a:latin typeface="DejaVu Sans"/>
                <a:ea typeface="DejaVu Sans"/>
                <a:cs typeface="DejaVu Sans"/>
              </a:defRPr>
            </a:lvl8pPr>
            <a:lvl9pPr>
              <a:defRPr sz="1875" b="0">
                <a:solidFill>
                  <a:srgbClr val="53676D"/>
                </a:solidFill>
                <a:latin typeface="DejaVu Sans"/>
                <a:ea typeface="DejaVu Sans"/>
                <a:cs typeface="DejaVu Sans"/>
              </a:defRPr>
            </a:lvl9pPr>
          </a:lstStyle>
          <a:p xmlns:a="http://schemas.openxmlformats.org/drawingml/2006/main">
            <a:pPr>
              <a:defRPr sz="1875" b="0">
                <a:solidFill>
                  <a:srgbClr val="53676D"/>
                </a:solidFill>
                <a:latin typeface="DejaVu Sans"/>
                <a:ea typeface="DejaVu Sans"/>
                <a:cs typeface="DejaVu Sans"/>
              </a:defRPr>
            </a:pPr>
            <a:r>
              <a:rPr sz="1875" b="0">
                <a:solidFill>
                  <a:srgbClr val="53676D"/>
                </a:solidFill>
                <a:latin typeface="DejaVu Sans"/>
                <a:ea typeface="DejaVu Sans"/>
                <a:cs typeface="DejaVu Sans"/>
              </a:rPr>
              <a:t>Store entities and relationships</a:t>
            </a:r>
          </a:p>
          <a:p xmlns:a="http://schemas.openxmlformats.org/drawingml/2006/main">
            <a:r>
              <a:t/>
            </a:r>
          </a:p>
          <a:p xmlns:a="http://schemas.openxmlformats.org/drawingml/2006/main">
            <a:pPr>
              <a:defRPr sz="1875" b="0">
                <a:solidFill>
                  <a:srgbClr val="53676D"/>
                </a:solidFill>
                <a:latin typeface="DejaVu Sans"/>
                <a:ea typeface="DejaVu Sans"/>
                <a:cs typeface="DejaVu Sans"/>
              </a:defRPr>
            </a:pPr>
            <a:r>
              <a:rPr sz="1875" b="0">
                <a:solidFill>
                  <a:srgbClr val="53676D"/>
                </a:solidFill>
                <a:latin typeface="DejaVu Sans"/>
                <a:ea typeface="DejaVu Sans"/>
                <a:cs typeface="DejaVu Sans"/>
              </a:rPr>
              <a:t>Traverse connections directly</a:t>
            </a:r>
          </a:p>
          <a:p xmlns:a="http://schemas.openxmlformats.org/drawingml/2006/main">
            <a:r>
              <a:t/>
            </a:r>
          </a:p>
          <a:p xmlns:a="http://schemas.openxmlformats.org/drawingml/2006/main">
            <a:pPr>
              <a:defRPr sz="1875" b="0">
                <a:solidFill>
                  <a:srgbClr val="53676D"/>
                </a:solidFill>
                <a:latin typeface="DejaVu Sans"/>
                <a:ea typeface="DejaVu Sans"/>
                <a:cs typeface="DejaVu Sans"/>
              </a:defRPr>
            </a:pPr>
            <a:r>
              <a:rPr sz="1875" b="0">
                <a:solidFill>
                  <a:srgbClr val="53676D"/>
                </a:solidFill>
                <a:latin typeface="DejaVu Sans"/>
                <a:ea typeface="DejaVu Sans"/>
                <a:cs typeface="DejaVu Sans"/>
              </a:rPr>
              <a:t>Retrieve related items and</a:t>
            </a:r>
          </a:p>
          <a:p xmlns:a="http://schemas.openxmlformats.org/drawingml/2006/main">
            <a:pPr>
              <a:defRPr sz="1875" b="0">
                <a:solidFill>
                  <a:srgbClr val="53676D"/>
                </a:solidFill>
                <a:latin typeface="DejaVu Sans"/>
                <a:ea typeface="DejaVu Sans"/>
                <a:cs typeface="DejaVu Sans"/>
              </a:defRPr>
            </a:pPr>
            <a:r>
              <a:rPr sz="1875" b="0">
                <a:solidFill>
                  <a:srgbClr val="53676D"/>
                </a:solidFill>
                <a:latin typeface="DejaVu Sans"/>
                <a:ea typeface="DejaVu Sans"/>
                <a:cs typeface="DejaVu Sans"/>
              </a:rPr>
              <a:t>connected entities</a:t>
            </a:r>
          </a:p>
        </p:txBody>
      </p:sp>
      <p:sp>
        <p:nvSpPr>
          <p:cNvPr id="6" name="">
            <a:extLst xmlns:a="http://schemas.openxmlformats.org/drawingml/2006/main">
              <a:ext uri="{FF2B5EF4-FFF2-40B4-BE49-F238E27FC236}">
                <a16:creationId xmlns:a16="http://schemas.microsoft.com/office/drawing/2014/main" id="{FCFCF839-9D93-4245-9942-E0C00D8AB787}"/>
              </a:ext>
            </a:extLst>
          </p:cNvPr>
          <p:cNvSpPr>
            <a:spLocks xmlns:a="http://schemas.openxmlformats.org/drawingml/2006/main" noGrp="1"/>
          </p:cNvSpPr>
          <p:nvPr/>
        </p:nvSpPr>
        <p:spPr>
          <a:xfrm xmlns:a="http://schemas.openxmlformats.org/drawingml/2006/main">
            <a:off x="609600" y="5562600"/>
            <a:ext cx="10934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1">
                <a:solidFill>
                  <a:srgbClr val="087E83"/>
                </a:solidFill>
                <a:latin typeface="DejaVu Sans"/>
                <a:ea typeface="DejaVu Sans"/>
                <a:cs typeface="DejaVu Sans"/>
              </a:defRPr>
            </a:defPPr>
            <a:lvl1pPr>
              <a:defRPr sz="2250" b="1">
                <a:solidFill>
                  <a:srgbClr val="087E83"/>
                </a:solidFill>
                <a:latin typeface="DejaVu Sans"/>
                <a:ea typeface="DejaVu Sans"/>
                <a:cs typeface="DejaVu Sans"/>
              </a:defRPr>
            </a:lvl1pPr>
            <a:lvl2pPr>
              <a:defRPr sz="2250" b="1">
                <a:solidFill>
                  <a:srgbClr val="087E83"/>
                </a:solidFill>
                <a:latin typeface="DejaVu Sans"/>
                <a:ea typeface="DejaVu Sans"/>
                <a:cs typeface="DejaVu Sans"/>
              </a:defRPr>
            </a:lvl2pPr>
            <a:lvl3pPr>
              <a:defRPr sz="2250" b="1">
                <a:solidFill>
                  <a:srgbClr val="087E83"/>
                </a:solidFill>
                <a:latin typeface="DejaVu Sans"/>
                <a:ea typeface="DejaVu Sans"/>
                <a:cs typeface="DejaVu Sans"/>
              </a:defRPr>
            </a:lvl3pPr>
            <a:lvl4pPr>
              <a:defRPr sz="2250" b="1">
                <a:solidFill>
                  <a:srgbClr val="087E83"/>
                </a:solidFill>
                <a:latin typeface="DejaVu Sans"/>
                <a:ea typeface="DejaVu Sans"/>
                <a:cs typeface="DejaVu Sans"/>
              </a:defRPr>
            </a:lvl4pPr>
            <a:lvl5pPr>
              <a:defRPr sz="2250" b="1">
                <a:solidFill>
                  <a:srgbClr val="087E83"/>
                </a:solidFill>
                <a:latin typeface="DejaVu Sans"/>
                <a:ea typeface="DejaVu Sans"/>
                <a:cs typeface="DejaVu Sans"/>
              </a:defRPr>
            </a:lvl5pPr>
            <a:lvl6pPr>
              <a:defRPr sz="2250" b="1">
                <a:solidFill>
                  <a:srgbClr val="087E83"/>
                </a:solidFill>
                <a:latin typeface="DejaVu Sans"/>
                <a:ea typeface="DejaVu Sans"/>
                <a:cs typeface="DejaVu Sans"/>
              </a:defRPr>
            </a:lvl6pPr>
            <a:lvl7pPr>
              <a:defRPr sz="2250" b="1">
                <a:solidFill>
                  <a:srgbClr val="087E83"/>
                </a:solidFill>
                <a:latin typeface="DejaVu Sans"/>
                <a:ea typeface="DejaVu Sans"/>
                <a:cs typeface="DejaVu Sans"/>
              </a:defRPr>
            </a:lvl7pPr>
            <a:lvl8pPr>
              <a:defRPr sz="2250" b="1">
                <a:solidFill>
                  <a:srgbClr val="087E83"/>
                </a:solidFill>
                <a:latin typeface="DejaVu Sans"/>
                <a:ea typeface="DejaVu Sans"/>
                <a:cs typeface="DejaVu Sans"/>
              </a:defRPr>
            </a:lvl8pPr>
            <a:lvl9pPr>
              <a:defRPr sz="2250" b="1">
                <a:solidFill>
                  <a:srgbClr val="087E83"/>
                </a:solidFill>
                <a:latin typeface="DejaVu Sans"/>
                <a:ea typeface="DejaVu Sans"/>
                <a:cs typeface="DejaVu Sans"/>
              </a:defRPr>
            </a:lvl9pPr>
          </a:lstStyle>
          <a:p xmlns:a="http://schemas.openxmlformats.org/drawingml/2006/main">
            <a:pPr>
              <a:defRPr sz="2250" b="1">
                <a:solidFill>
                  <a:srgbClr val="087E83"/>
                </a:solidFill>
                <a:latin typeface="DejaVu Sans"/>
                <a:ea typeface="DejaVu Sans"/>
                <a:cs typeface="DejaVu Sans"/>
              </a:defRPr>
            </a:pPr>
            <a:r>
              <a:rPr sz="2250" b="1">
                <a:solidFill>
                  <a:srgbClr val="087E83"/>
                </a:solidFill>
                <a:latin typeface="DejaVu Sans"/>
                <a:ea typeface="DejaVu Sans"/>
                <a:cs typeface="DejaVu Sans"/>
              </a:rPr>
              <a:t>The same graph supports multiple applications</a:t>
            </a:r>
          </a:p>
        </p:txBody>
      </p:sp>
      <p:sp>
        <p:nvSpPr>
          <p:cNvPr id="7" name="">
            <a:extLst xmlns:a="http://schemas.openxmlformats.org/drawingml/2006/main">
              <a:ext uri="{FF2B5EF4-FFF2-40B4-BE49-F238E27FC236}">
                <a16:creationId xmlns:a16="http://schemas.microsoft.com/office/drawing/2014/main" id="{A099D264-50E2-4F95-AFB0-C5FAB4CD4731}"/>
              </a:ext>
            </a:extLst>
          </p:cNvPr>
          <p:cNvSpPr>
            <a:spLocks xmlns:a="http://schemas.openxmlformats.org/drawingml/2006/main" noGrp="1"/>
          </p:cNvSpPr>
          <p:nvPr/>
        </p:nvSpPr>
        <p:spPr>
          <a:xfrm xmlns:a="http://schemas.openxmlformats.org/drawingml/2006/main">
            <a:off x="609600" y="6038850"/>
            <a:ext cx="10934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132A35"/>
                </a:solidFill>
                <a:latin typeface="DejaVu Sans"/>
                <a:ea typeface="DejaVu Sans"/>
                <a:cs typeface="DejaVu Sans"/>
              </a:defRPr>
            </a:defPPr>
            <a:lvl1pPr>
              <a:defRPr sz="1875" b="0">
                <a:solidFill>
                  <a:srgbClr val="132A35"/>
                </a:solidFill>
                <a:latin typeface="DejaVu Sans"/>
                <a:ea typeface="DejaVu Sans"/>
                <a:cs typeface="DejaVu Sans"/>
              </a:defRPr>
            </a:lvl1pPr>
            <a:lvl2pPr>
              <a:defRPr sz="1875" b="0">
                <a:solidFill>
                  <a:srgbClr val="132A35"/>
                </a:solidFill>
                <a:latin typeface="DejaVu Sans"/>
                <a:ea typeface="DejaVu Sans"/>
                <a:cs typeface="DejaVu Sans"/>
              </a:defRPr>
            </a:lvl2pPr>
            <a:lvl3pPr>
              <a:defRPr sz="1875" b="0">
                <a:solidFill>
                  <a:srgbClr val="132A35"/>
                </a:solidFill>
                <a:latin typeface="DejaVu Sans"/>
                <a:ea typeface="DejaVu Sans"/>
                <a:cs typeface="DejaVu Sans"/>
              </a:defRPr>
            </a:lvl3pPr>
            <a:lvl4pPr>
              <a:defRPr sz="1875" b="0">
                <a:solidFill>
                  <a:srgbClr val="132A35"/>
                </a:solidFill>
                <a:latin typeface="DejaVu Sans"/>
                <a:ea typeface="DejaVu Sans"/>
                <a:cs typeface="DejaVu Sans"/>
              </a:defRPr>
            </a:lvl4pPr>
            <a:lvl5pPr>
              <a:defRPr sz="1875" b="0">
                <a:solidFill>
                  <a:srgbClr val="132A35"/>
                </a:solidFill>
                <a:latin typeface="DejaVu Sans"/>
                <a:ea typeface="DejaVu Sans"/>
                <a:cs typeface="DejaVu Sans"/>
              </a:defRPr>
            </a:lvl5pPr>
            <a:lvl6pPr>
              <a:defRPr sz="1875" b="0">
                <a:solidFill>
                  <a:srgbClr val="132A35"/>
                </a:solidFill>
                <a:latin typeface="DejaVu Sans"/>
                <a:ea typeface="DejaVu Sans"/>
                <a:cs typeface="DejaVu Sans"/>
              </a:defRPr>
            </a:lvl6pPr>
            <a:lvl7pPr>
              <a:defRPr sz="1875" b="0">
                <a:solidFill>
                  <a:srgbClr val="132A35"/>
                </a:solidFill>
                <a:latin typeface="DejaVu Sans"/>
                <a:ea typeface="DejaVu Sans"/>
                <a:cs typeface="DejaVu Sans"/>
              </a:defRPr>
            </a:lvl7pPr>
            <a:lvl8pPr>
              <a:defRPr sz="1875" b="0">
                <a:solidFill>
                  <a:srgbClr val="132A35"/>
                </a:solidFill>
                <a:latin typeface="DejaVu Sans"/>
                <a:ea typeface="DejaVu Sans"/>
                <a:cs typeface="DejaVu Sans"/>
              </a:defRPr>
            </a:lvl8pPr>
            <a:lvl9pPr>
              <a:defRPr sz="1875" b="0">
                <a:solidFill>
                  <a:srgbClr val="132A35"/>
                </a:solidFill>
                <a:latin typeface="DejaVu Sans"/>
                <a:ea typeface="DejaVu Sans"/>
                <a:cs typeface="DejaVu Sans"/>
              </a:defRPr>
            </a:lvl9pPr>
          </a:lstStyle>
          <a:p xmlns:a="http://schemas.openxmlformats.org/drawingml/2006/main">
            <a:pPr>
              <a:defRPr sz="1875" b="0">
                <a:solidFill>
                  <a:srgbClr val="132A35"/>
                </a:solidFill>
                <a:latin typeface="DejaVu Sans"/>
                <a:ea typeface="DejaVu Sans"/>
                <a:cs typeface="DejaVu Sans"/>
              </a:defRPr>
            </a:pPr>
            <a:r>
              <a:rPr sz="1875" b="0">
                <a:solidFill>
                  <a:srgbClr val="132A35"/>
                </a:solidFill>
                <a:latin typeface="DejaVu Sans"/>
                <a:ea typeface="DejaVu Sans"/>
                <a:cs typeface="DejaVu Sans"/>
              </a:rPr>
              <a:t>Demand forecasting, recommendations, search and Trust &amp; Safety</a:t>
            </a:r>
          </a:p>
        </p:txBody>
      </p:sp>
    </p:spTree>
    <p:extLst>
      <p:ext uri="{BB962C8B-B14F-4D97-AF65-F5344CB8AC3E}">
        <p14:creationId xmlns:p14="http://schemas.microsoft.com/office/powerpoint/2010/main" val="1333401263"/>
      </p:ext>
    </p:extLst>
  </p:cSld>
</p:sld>
</file>

<file path=ppt/slides/slide5.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DCF3D43-4D63-47BB-8430-D8274F84E764}"/>
              </a:ext>
            </a:extLst>
          </p:cNvPr>
          <p:cNvSpPr>
            <a:spLocks xmlns:a="http://schemas.openxmlformats.org/drawingml/2006/main" noGrp="1"/>
          </p:cNvSpPr>
          <p:nvPr/>
        </p:nvSpPr>
        <p:spPr>
          <a:xfrm xmlns:a="http://schemas.openxmlformats.org/drawingml/2006/main">
            <a:off x="609600" y="457200"/>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132A35"/>
                </a:solidFill>
                <a:latin typeface="DejaVu Sans"/>
                <a:ea typeface="DejaVu Sans"/>
                <a:cs typeface="DejaVu Sans"/>
              </a:defRPr>
            </a:defPPr>
            <a:lvl1pPr>
              <a:defRPr sz="3300" b="1">
                <a:solidFill>
                  <a:srgbClr val="132A35"/>
                </a:solidFill>
                <a:latin typeface="DejaVu Sans"/>
                <a:ea typeface="DejaVu Sans"/>
                <a:cs typeface="DejaVu Sans"/>
              </a:defRPr>
            </a:lvl1pPr>
            <a:lvl2pPr>
              <a:defRPr sz="3300" b="1">
                <a:solidFill>
                  <a:srgbClr val="132A35"/>
                </a:solidFill>
                <a:latin typeface="DejaVu Sans"/>
                <a:ea typeface="DejaVu Sans"/>
                <a:cs typeface="DejaVu Sans"/>
              </a:defRPr>
            </a:lvl2pPr>
            <a:lvl3pPr>
              <a:defRPr sz="3300" b="1">
                <a:solidFill>
                  <a:srgbClr val="132A35"/>
                </a:solidFill>
                <a:latin typeface="DejaVu Sans"/>
                <a:ea typeface="DejaVu Sans"/>
                <a:cs typeface="DejaVu Sans"/>
              </a:defRPr>
            </a:lvl3pPr>
            <a:lvl4pPr>
              <a:defRPr sz="3300" b="1">
                <a:solidFill>
                  <a:srgbClr val="132A35"/>
                </a:solidFill>
                <a:latin typeface="DejaVu Sans"/>
                <a:ea typeface="DejaVu Sans"/>
                <a:cs typeface="DejaVu Sans"/>
              </a:defRPr>
            </a:lvl4pPr>
            <a:lvl5pPr>
              <a:defRPr sz="3300" b="1">
                <a:solidFill>
                  <a:srgbClr val="132A35"/>
                </a:solidFill>
                <a:latin typeface="DejaVu Sans"/>
                <a:ea typeface="DejaVu Sans"/>
                <a:cs typeface="DejaVu Sans"/>
              </a:defRPr>
            </a:lvl5pPr>
            <a:lvl6pPr>
              <a:defRPr sz="3300" b="1">
                <a:solidFill>
                  <a:srgbClr val="132A35"/>
                </a:solidFill>
                <a:latin typeface="DejaVu Sans"/>
                <a:ea typeface="DejaVu Sans"/>
                <a:cs typeface="DejaVu Sans"/>
              </a:defRPr>
            </a:lvl6pPr>
            <a:lvl7pPr>
              <a:defRPr sz="3300" b="1">
                <a:solidFill>
                  <a:srgbClr val="132A35"/>
                </a:solidFill>
                <a:latin typeface="DejaVu Sans"/>
                <a:ea typeface="DejaVu Sans"/>
                <a:cs typeface="DejaVu Sans"/>
              </a:defRPr>
            </a:lvl7pPr>
            <a:lvl8pPr>
              <a:defRPr sz="3300" b="1">
                <a:solidFill>
                  <a:srgbClr val="132A35"/>
                </a:solidFill>
                <a:latin typeface="DejaVu Sans"/>
                <a:ea typeface="DejaVu Sans"/>
                <a:cs typeface="DejaVu Sans"/>
              </a:defRPr>
            </a:lvl8pPr>
            <a:lvl9pPr>
              <a:defRPr sz="3300" b="1">
                <a:solidFill>
                  <a:srgbClr val="132A35"/>
                </a:solidFill>
                <a:latin typeface="DejaVu Sans"/>
                <a:ea typeface="DejaVu Sans"/>
                <a:cs typeface="DejaVu Sans"/>
              </a:defRPr>
            </a:lvl9pPr>
          </a:lstStyle>
          <a:p xmlns:a="http://schemas.openxmlformats.org/drawingml/2006/main">
            <a:pPr>
              <a:defRPr sz="3300" b="1">
                <a:solidFill>
                  <a:srgbClr val="132A35"/>
                </a:solidFill>
                <a:latin typeface="DejaVu Sans"/>
                <a:ea typeface="DejaVu Sans"/>
                <a:cs typeface="DejaVu Sans"/>
              </a:defRPr>
            </a:pPr>
            <a:r>
              <a:rPr sz="3300" b="1">
                <a:solidFill>
                  <a:srgbClr val="132A35"/>
                </a:solidFill>
                <a:latin typeface="DejaVu Sans"/>
                <a:ea typeface="DejaVu Sans"/>
                <a:cs typeface="DejaVu Sans"/>
              </a:rPr>
              <a:t>Building intelligence on the Retail Graph</a:t>
            </a:r>
          </a:p>
        </p:txBody>
      </p:sp>
      <p:sp>
        <p:nvSpPr>
          <p:cNvPr id="2" name="">
            <a:extLst xmlns:a="http://schemas.openxmlformats.org/drawingml/2006/main">
              <a:ext uri="{FF2B5EF4-FFF2-40B4-BE49-F238E27FC236}">
                <a16:creationId xmlns:a16="http://schemas.microsoft.com/office/drawing/2014/main" id="{FCD17D0F-4B12-41DF-B234-728E3721778B}"/>
              </a:ext>
            </a:extLst>
          </p:cNvPr>
          <p:cNvSpPr>
            <a:spLocks xmlns:a="http://schemas.openxmlformats.org/drawingml/2006/main" noGrp="1"/>
          </p:cNvSpPr>
          <p:nvPr/>
        </p:nvSpPr>
        <p:spPr>
          <a:xfrm xmlns:a="http://schemas.openxmlformats.org/drawingml/2006/main">
            <a:off x="609600" y="1143000"/>
            <a:ext cx="1095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087E83"/>
                </a:solidFill>
                <a:latin typeface="DejaVu Sans"/>
                <a:ea typeface="DejaVu Sans"/>
                <a:cs typeface="DejaVu Sans"/>
              </a:defRPr>
            </a:defPPr>
            <a:lvl1pPr>
              <a:defRPr sz="1725" b="0">
                <a:solidFill>
                  <a:srgbClr val="087E83"/>
                </a:solidFill>
                <a:latin typeface="DejaVu Sans"/>
                <a:ea typeface="DejaVu Sans"/>
                <a:cs typeface="DejaVu Sans"/>
              </a:defRPr>
            </a:lvl1pPr>
            <a:lvl2pPr>
              <a:defRPr sz="1725" b="0">
                <a:solidFill>
                  <a:srgbClr val="087E83"/>
                </a:solidFill>
                <a:latin typeface="DejaVu Sans"/>
                <a:ea typeface="DejaVu Sans"/>
                <a:cs typeface="DejaVu Sans"/>
              </a:defRPr>
            </a:lvl2pPr>
            <a:lvl3pPr>
              <a:defRPr sz="1725" b="0">
                <a:solidFill>
                  <a:srgbClr val="087E83"/>
                </a:solidFill>
                <a:latin typeface="DejaVu Sans"/>
                <a:ea typeface="DejaVu Sans"/>
                <a:cs typeface="DejaVu Sans"/>
              </a:defRPr>
            </a:lvl3pPr>
            <a:lvl4pPr>
              <a:defRPr sz="1725" b="0">
                <a:solidFill>
                  <a:srgbClr val="087E83"/>
                </a:solidFill>
                <a:latin typeface="DejaVu Sans"/>
                <a:ea typeface="DejaVu Sans"/>
                <a:cs typeface="DejaVu Sans"/>
              </a:defRPr>
            </a:lvl4pPr>
            <a:lvl5pPr>
              <a:defRPr sz="1725" b="0">
                <a:solidFill>
                  <a:srgbClr val="087E83"/>
                </a:solidFill>
                <a:latin typeface="DejaVu Sans"/>
                <a:ea typeface="DejaVu Sans"/>
                <a:cs typeface="DejaVu Sans"/>
              </a:defRPr>
            </a:lvl5pPr>
            <a:lvl6pPr>
              <a:defRPr sz="1725" b="0">
                <a:solidFill>
                  <a:srgbClr val="087E83"/>
                </a:solidFill>
                <a:latin typeface="DejaVu Sans"/>
                <a:ea typeface="DejaVu Sans"/>
                <a:cs typeface="DejaVu Sans"/>
              </a:defRPr>
            </a:lvl6pPr>
            <a:lvl7pPr>
              <a:defRPr sz="1725" b="0">
                <a:solidFill>
                  <a:srgbClr val="087E83"/>
                </a:solidFill>
                <a:latin typeface="DejaVu Sans"/>
                <a:ea typeface="DejaVu Sans"/>
                <a:cs typeface="DejaVu Sans"/>
              </a:defRPr>
            </a:lvl7pPr>
            <a:lvl8pPr>
              <a:defRPr sz="1725" b="0">
                <a:solidFill>
                  <a:srgbClr val="087E83"/>
                </a:solidFill>
                <a:latin typeface="DejaVu Sans"/>
                <a:ea typeface="DejaVu Sans"/>
                <a:cs typeface="DejaVu Sans"/>
              </a:defRPr>
            </a:lvl8pPr>
            <a:lvl9pPr>
              <a:defRPr sz="1725" b="0">
                <a:solidFill>
                  <a:srgbClr val="087E83"/>
                </a:solidFill>
                <a:latin typeface="DejaVu Sans"/>
                <a:ea typeface="DejaVu Sans"/>
                <a:cs typeface="DejaVu Sans"/>
              </a:defRPr>
            </a:lvl9pPr>
          </a:lstStyle>
          <a:p xmlns:a="http://schemas.openxmlformats.org/drawingml/2006/main">
            <a:pPr>
              <a:defRPr sz="1725" b="0">
                <a:solidFill>
                  <a:srgbClr val="087E83"/>
                </a:solidFill>
                <a:latin typeface="DejaVu Sans"/>
                <a:ea typeface="DejaVu Sans"/>
                <a:cs typeface="DejaVu Sans"/>
              </a:defRPr>
            </a:pPr>
            <a:r>
              <a:rPr sz="1725" b="0">
                <a:solidFill>
                  <a:srgbClr val="087E83"/>
                </a:solidFill>
                <a:latin typeface="DejaVu Sans"/>
                <a:ea typeface="DejaVu Sans"/>
                <a:cs typeface="DejaVu Sans"/>
              </a:rPr>
              <a:t>Each capability answers a different kind of question</a:t>
            </a:r>
          </a:p>
        </p:txBody>
      </p:sp>
      <p:sp>
        <p:nvSpPr>
          <p:cNvPr id="3" name="">
            <a:extLst xmlns:a="http://schemas.openxmlformats.org/drawingml/2006/main">
              <a:ext uri="{FF2B5EF4-FFF2-40B4-BE49-F238E27FC236}">
                <a16:creationId xmlns:a16="http://schemas.microsoft.com/office/drawing/2014/main" id="{6F95E4C0-0482-402D-8745-3CE24A8C3C1A}"/>
              </a:ext>
            </a:extLst>
          </p:cNvPr>
          <p:cNvSpPr>
            <a:spLocks xmlns:a="http://schemas.openxmlformats.org/drawingml/2006/main" noGrp="1"/>
          </p:cNvSpPr>
          <p:nvPr/>
        </p:nvSpPr>
        <p:spPr>
          <a:xfrm xmlns:a="http://schemas.openxmlformats.org/drawingml/2006/main">
            <a:off x="609600" y="1952625"/>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75" b="1">
                <a:solidFill>
                  <a:srgbClr val="087E83"/>
                </a:solidFill>
                <a:latin typeface="DejaVu Sans"/>
                <a:ea typeface="DejaVu Sans"/>
                <a:cs typeface="DejaVu Sans"/>
              </a:defRPr>
            </a:defPPr>
            <a:lvl1pPr>
              <a:defRPr sz="2475" b="1">
                <a:solidFill>
                  <a:srgbClr val="087E83"/>
                </a:solidFill>
                <a:latin typeface="DejaVu Sans"/>
                <a:ea typeface="DejaVu Sans"/>
                <a:cs typeface="DejaVu Sans"/>
              </a:defRPr>
            </a:lvl1pPr>
            <a:lvl2pPr>
              <a:defRPr sz="2475" b="1">
                <a:solidFill>
                  <a:srgbClr val="087E83"/>
                </a:solidFill>
                <a:latin typeface="DejaVu Sans"/>
                <a:ea typeface="DejaVu Sans"/>
                <a:cs typeface="DejaVu Sans"/>
              </a:defRPr>
            </a:lvl2pPr>
            <a:lvl3pPr>
              <a:defRPr sz="2475" b="1">
                <a:solidFill>
                  <a:srgbClr val="087E83"/>
                </a:solidFill>
                <a:latin typeface="DejaVu Sans"/>
                <a:ea typeface="DejaVu Sans"/>
                <a:cs typeface="DejaVu Sans"/>
              </a:defRPr>
            </a:lvl3pPr>
            <a:lvl4pPr>
              <a:defRPr sz="2475" b="1">
                <a:solidFill>
                  <a:srgbClr val="087E83"/>
                </a:solidFill>
                <a:latin typeface="DejaVu Sans"/>
                <a:ea typeface="DejaVu Sans"/>
                <a:cs typeface="DejaVu Sans"/>
              </a:defRPr>
            </a:lvl4pPr>
            <a:lvl5pPr>
              <a:defRPr sz="2475" b="1">
                <a:solidFill>
                  <a:srgbClr val="087E83"/>
                </a:solidFill>
                <a:latin typeface="DejaVu Sans"/>
                <a:ea typeface="DejaVu Sans"/>
                <a:cs typeface="DejaVu Sans"/>
              </a:defRPr>
            </a:lvl5pPr>
            <a:lvl6pPr>
              <a:defRPr sz="2475" b="1">
                <a:solidFill>
                  <a:srgbClr val="087E83"/>
                </a:solidFill>
                <a:latin typeface="DejaVu Sans"/>
                <a:ea typeface="DejaVu Sans"/>
                <a:cs typeface="DejaVu Sans"/>
              </a:defRPr>
            </a:lvl6pPr>
            <a:lvl7pPr>
              <a:defRPr sz="2475" b="1">
                <a:solidFill>
                  <a:srgbClr val="087E83"/>
                </a:solidFill>
                <a:latin typeface="DejaVu Sans"/>
                <a:ea typeface="DejaVu Sans"/>
                <a:cs typeface="DejaVu Sans"/>
              </a:defRPr>
            </a:lvl7pPr>
            <a:lvl8pPr>
              <a:defRPr sz="2475" b="1">
                <a:solidFill>
                  <a:srgbClr val="087E83"/>
                </a:solidFill>
                <a:latin typeface="DejaVu Sans"/>
                <a:ea typeface="DejaVu Sans"/>
                <a:cs typeface="DejaVu Sans"/>
              </a:defRPr>
            </a:lvl8pPr>
            <a:lvl9pPr>
              <a:defRPr sz="2475" b="1">
                <a:solidFill>
                  <a:srgbClr val="087E83"/>
                </a:solidFill>
                <a:latin typeface="DejaVu Sans"/>
                <a:ea typeface="DejaVu Sans"/>
                <a:cs typeface="DejaVu Sans"/>
              </a:defRPr>
            </a:lvl9pPr>
          </a:lstStyle>
          <a:p xmlns:a="http://schemas.openxmlformats.org/drawingml/2006/main">
            <a:pPr>
              <a:defRPr sz="2475" b="1">
                <a:solidFill>
                  <a:srgbClr val="087E83"/>
                </a:solidFill>
                <a:latin typeface="DejaVu Sans"/>
                <a:ea typeface="DejaVu Sans"/>
                <a:cs typeface="DejaVu Sans"/>
              </a:defRPr>
            </a:pPr>
            <a:r>
              <a:rPr sz="2475" b="1">
                <a:solidFill>
                  <a:srgbClr val="087E83"/>
                </a:solidFill>
                <a:latin typeface="DejaVu Sans"/>
                <a:ea typeface="DejaVu Sans"/>
                <a:cs typeface="DejaVu Sans"/>
              </a:rPr>
              <a:t>01</a:t>
            </a:r>
          </a:p>
        </p:txBody>
      </p:sp>
      <p:sp>
        <p:nvSpPr>
          <p:cNvPr id="4" name="">
            <a:extLst xmlns:a="http://schemas.openxmlformats.org/drawingml/2006/main">
              <a:ext uri="{FF2B5EF4-FFF2-40B4-BE49-F238E27FC236}">
                <a16:creationId xmlns:a16="http://schemas.microsoft.com/office/drawing/2014/main" id="{8E238C0F-5FB0-4AEC-BFB4-0FE20D58A5BD}"/>
              </a:ext>
            </a:extLst>
          </p:cNvPr>
          <p:cNvSpPr>
            <a:spLocks xmlns:a="http://schemas.openxmlformats.org/drawingml/2006/main" noGrp="1"/>
          </p:cNvSpPr>
          <p:nvPr/>
        </p:nvSpPr>
        <p:spPr>
          <a:xfrm xmlns:a="http://schemas.openxmlformats.org/drawingml/2006/main">
            <a:off x="1428750" y="1952625"/>
            <a:ext cx="347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132A35"/>
                </a:solidFill>
                <a:latin typeface="DejaVu Sans"/>
                <a:ea typeface="DejaVu Sans"/>
                <a:cs typeface="DejaVu Sans"/>
              </a:defRPr>
            </a:defPPr>
            <a:lvl1pPr>
              <a:defRPr sz="2175" b="1">
                <a:solidFill>
                  <a:srgbClr val="132A35"/>
                </a:solidFill>
                <a:latin typeface="DejaVu Sans"/>
                <a:ea typeface="DejaVu Sans"/>
                <a:cs typeface="DejaVu Sans"/>
              </a:defRPr>
            </a:lvl1pPr>
            <a:lvl2pPr>
              <a:defRPr sz="2175" b="1">
                <a:solidFill>
                  <a:srgbClr val="132A35"/>
                </a:solidFill>
                <a:latin typeface="DejaVu Sans"/>
                <a:ea typeface="DejaVu Sans"/>
                <a:cs typeface="DejaVu Sans"/>
              </a:defRPr>
            </a:lvl2pPr>
            <a:lvl3pPr>
              <a:defRPr sz="2175" b="1">
                <a:solidFill>
                  <a:srgbClr val="132A35"/>
                </a:solidFill>
                <a:latin typeface="DejaVu Sans"/>
                <a:ea typeface="DejaVu Sans"/>
                <a:cs typeface="DejaVu Sans"/>
              </a:defRPr>
            </a:lvl3pPr>
            <a:lvl4pPr>
              <a:defRPr sz="2175" b="1">
                <a:solidFill>
                  <a:srgbClr val="132A35"/>
                </a:solidFill>
                <a:latin typeface="DejaVu Sans"/>
                <a:ea typeface="DejaVu Sans"/>
                <a:cs typeface="DejaVu Sans"/>
              </a:defRPr>
            </a:lvl4pPr>
            <a:lvl5pPr>
              <a:defRPr sz="2175" b="1">
                <a:solidFill>
                  <a:srgbClr val="132A35"/>
                </a:solidFill>
                <a:latin typeface="DejaVu Sans"/>
                <a:ea typeface="DejaVu Sans"/>
                <a:cs typeface="DejaVu Sans"/>
              </a:defRPr>
            </a:lvl5pPr>
            <a:lvl6pPr>
              <a:defRPr sz="2175" b="1">
                <a:solidFill>
                  <a:srgbClr val="132A35"/>
                </a:solidFill>
                <a:latin typeface="DejaVu Sans"/>
                <a:ea typeface="DejaVu Sans"/>
                <a:cs typeface="DejaVu Sans"/>
              </a:defRPr>
            </a:lvl6pPr>
            <a:lvl7pPr>
              <a:defRPr sz="2175" b="1">
                <a:solidFill>
                  <a:srgbClr val="132A35"/>
                </a:solidFill>
                <a:latin typeface="DejaVu Sans"/>
                <a:ea typeface="DejaVu Sans"/>
                <a:cs typeface="DejaVu Sans"/>
              </a:defRPr>
            </a:lvl7pPr>
            <a:lvl8pPr>
              <a:defRPr sz="2175" b="1">
                <a:solidFill>
                  <a:srgbClr val="132A35"/>
                </a:solidFill>
                <a:latin typeface="DejaVu Sans"/>
                <a:ea typeface="DejaVu Sans"/>
                <a:cs typeface="DejaVu Sans"/>
              </a:defRPr>
            </a:lvl8pPr>
            <a:lvl9pPr>
              <a:defRPr sz="2175" b="1">
                <a:solidFill>
                  <a:srgbClr val="132A35"/>
                </a:solidFill>
                <a:latin typeface="DejaVu Sans"/>
                <a:ea typeface="DejaVu Sans"/>
                <a:cs typeface="DejaVu Sans"/>
              </a:defRPr>
            </a:lvl9pPr>
          </a:lstStyle>
          <a:p xmlns:a="http://schemas.openxmlformats.org/drawingml/2006/main">
            <a:pPr>
              <a:defRPr sz="2175" b="1">
                <a:solidFill>
                  <a:srgbClr val="132A35"/>
                </a:solidFill>
                <a:latin typeface="DejaVu Sans"/>
                <a:ea typeface="DejaVu Sans"/>
                <a:cs typeface="DejaVu Sans"/>
              </a:defRPr>
            </a:pPr>
            <a:r>
              <a:rPr sz="2175" b="1">
                <a:solidFill>
                  <a:srgbClr val="132A35"/>
                </a:solidFill>
                <a:latin typeface="DejaVu Sans"/>
                <a:ea typeface="DejaVu Sans"/>
                <a:cs typeface="DejaVu Sans"/>
              </a:rPr>
              <a:t>Graph queries</a:t>
            </a:r>
          </a:p>
        </p:txBody>
      </p:sp>
      <p:sp>
        <p:nvSpPr>
          <p:cNvPr id="5" name="">
            <a:extLst xmlns:a="http://schemas.openxmlformats.org/drawingml/2006/main">
              <a:ext uri="{FF2B5EF4-FFF2-40B4-BE49-F238E27FC236}">
                <a16:creationId xmlns:a16="http://schemas.microsoft.com/office/drawing/2014/main" id="{A165D696-4CE9-4E36-8FAD-310977C37F23}"/>
              </a:ext>
            </a:extLst>
          </p:cNvPr>
          <p:cNvSpPr>
            <a:spLocks xmlns:a="http://schemas.openxmlformats.org/drawingml/2006/main" noGrp="1"/>
          </p:cNvSpPr>
          <p:nvPr/>
        </p:nvSpPr>
        <p:spPr>
          <a:xfrm xmlns:a="http://schemas.openxmlformats.org/drawingml/2006/main">
            <a:off x="5238750" y="1952625"/>
            <a:ext cx="628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1">
                <a:solidFill>
                  <a:srgbClr val="132A35"/>
                </a:solidFill>
                <a:latin typeface="DejaVu Sans"/>
                <a:ea typeface="DejaVu Sans"/>
                <a:cs typeface="DejaVu Sans"/>
              </a:defRPr>
            </a:defPPr>
            <a:lvl1pPr>
              <a:defRPr sz="2025" b="1">
                <a:solidFill>
                  <a:srgbClr val="132A35"/>
                </a:solidFill>
                <a:latin typeface="DejaVu Sans"/>
                <a:ea typeface="DejaVu Sans"/>
                <a:cs typeface="DejaVu Sans"/>
              </a:defRPr>
            </a:lvl1pPr>
            <a:lvl2pPr>
              <a:defRPr sz="2025" b="1">
                <a:solidFill>
                  <a:srgbClr val="132A35"/>
                </a:solidFill>
                <a:latin typeface="DejaVu Sans"/>
                <a:ea typeface="DejaVu Sans"/>
                <a:cs typeface="DejaVu Sans"/>
              </a:defRPr>
            </a:lvl2pPr>
            <a:lvl3pPr>
              <a:defRPr sz="2025" b="1">
                <a:solidFill>
                  <a:srgbClr val="132A35"/>
                </a:solidFill>
                <a:latin typeface="DejaVu Sans"/>
                <a:ea typeface="DejaVu Sans"/>
                <a:cs typeface="DejaVu Sans"/>
              </a:defRPr>
            </a:lvl3pPr>
            <a:lvl4pPr>
              <a:defRPr sz="2025" b="1">
                <a:solidFill>
                  <a:srgbClr val="132A35"/>
                </a:solidFill>
                <a:latin typeface="DejaVu Sans"/>
                <a:ea typeface="DejaVu Sans"/>
                <a:cs typeface="DejaVu Sans"/>
              </a:defRPr>
            </a:lvl4pPr>
            <a:lvl5pPr>
              <a:defRPr sz="2025" b="1">
                <a:solidFill>
                  <a:srgbClr val="132A35"/>
                </a:solidFill>
                <a:latin typeface="DejaVu Sans"/>
                <a:ea typeface="DejaVu Sans"/>
                <a:cs typeface="DejaVu Sans"/>
              </a:defRPr>
            </a:lvl5pPr>
            <a:lvl6pPr>
              <a:defRPr sz="2025" b="1">
                <a:solidFill>
                  <a:srgbClr val="132A35"/>
                </a:solidFill>
                <a:latin typeface="DejaVu Sans"/>
                <a:ea typeface="DejaVu Sans"/>
                <a:cs typeface="DejaVu Sans"/>
              </a:defRPr>
            </a:lvl6pPr>
            <a:lvl7pPr>
              <a:defRPr sz="2025" b="1">
                <a:solidFill>
                  <a:srgbClr val="132A35"/>
                </a:solidFill>
                <a:latin typeface="DejaVu Sans"/>
                <a:ea typeface="DejaVu Sans"/>
                <a:cs typeface="DejaVu Sans"/>
              </a:defRPr>
            </a:lvl7pPr>
            <a:lvl8pPr>
              <a:defRPr sz="2025" b="1">
                <a:solidFill>
                  <a:srgbClr val="132A35"/>
                </a:solidFill>
                <a:latin typeface="DejaVu Sans"/>
                <a:ea typeface="DejaVu Sans"/>
                <a:cs typeface="DejaVu Sans"/>
              </a:defRPr>
            </a:lvl8pPr>
            <a:lvl9pPr>
              <a:defRPr sz="2025" b="1">
                <a:solidFill>
                  <a:srgbClr val="132A35"/>
                </a:solidFill>
                <a:latin typeface="DejaVu Sans"/>
                <a:ea typeface="DejaVu Sans"/>
                <a:cs typeface="DejaVu Sans"/>
              </a:defRPr>
            </a:lvl9pPr>
          </a:lstStyle>
          <a:p xmlns:a="http://schemas.openxmlformats.org/drawingml/2006/main">
            <a:pPr>
              <a:defRPr sz="2025" b="1">
                <a:solidFill>
                  <a:srgbClr val="132A35"/>
                </a:solidFill>
                <a:latin typeface="DejaVu Sans"/>
                <a:ea typeface="DejaVu Sans"/>
                <a:cs typeface="DejaVu Sans"/>
              </a:defRPr>
            </a:pPr>
            <a:r>
              <a:rPr sz="2025" b="1">
                <a:solidFill>
                  <a:srgbClr val="132A35"/>
                </a:solidFill>
                <a:latin typeface="DejaVu Sans"/>
                <a:ea typeface="DejaVu Sans"/>
                <a:cs typeface="DejaVu Sans"/>
              </a:rPr>
              <a:t>What is connected?</a:t>
            </a:r>
          </a:p>
        </p:txBody>
      </p:sp>
      <p:sp>
        <p:nvSpPr>
          <p:cNvPr id="6" name="">
            <a:extLst xmlns:a="http://schemas.openxmlformats.org/drawingml/2006/main">
              <a:ext uri="{FF2B5EF4-FFF2-40B4-BE49-F238E27FC236}">
                <a16:creationId xmlns:a16="http://schemas.microsoft.com/office/drawing/2014/main" id="{BAD80A5D-AC39-4571-9D6A-8A697F07AC40}"/>
              </a:ext>
            </a:extLst>
          </p:cNvPr>
          <p:cNvSpPr>
            <a:spLocks xmlns:a="http://schemas.openxmlformats.org/drawingml/2006/main" noGrp="1"/>
          </p:cNvSpPr>
          <p:nvPr/>
        </p:nvSpPr>
        <p:spPr>
          <a:xfrm xmlns:a="http://schemas.openxmlformats.org/drawingml/2006/main">
            <a:off x="5238750" y="2343150"/>
            <a:ext cx="628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Entity relationships and related-item retrieval</a:t>
            </a:r>
          </a:p>
        </p:txBody>
      </p:sp>
      <p:sp>
        <p:nvSpPr>
          <p:cNvPr id="7" name="">
            <a:extLst xmlns:a="http://schemas.openxmlformats.org/drawingml/2006/main">
              <a:ext uri="{FF2B5EF4-FFF2-40B4-BE49-F238E27FC236}">
                <a16:creationId xmlns:a16="http://schemas.microsoft.com/office/drawing/2014/main" id="{38863B2B-DC12-45D5-9B6A-C0B4547DD9E1}"/>
              </a:ext>
            </a:extLst>
          </p:cNvPr>
          <p:cNvSpPr>
            <a:spLocks xmlns:a="http://schemas.openxmlformats.org/drawingml/2006/main" noGrp="1"/>
          </p:cNvSpPr>
          <p:nvPr/>
        </p:nvSpPr>
        <p:spPr>
          <a:xfrm xmlns:a="http://schemas.openxmlformats.org/drawingml/2006/main">
            <a:off x="609600" y="2905125"/>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75" b="1">
                <a:solidFill>
                  <a:srgbClr val="087E83"/>
                </a:solidFill>
                <a:latin typeface="DejaVu Sans"/>
                <a:ea typeface="DejaVu Sans"/>
                <a:cs typeface="DejaVu Sans"/>
              </a:defRPr>
            </a:defPPr>
            <a:lvl1pPr>
              <a:defRPr sz="2475" b="1">
                <a:solidFill>
                  <a:srgbClr val="087E83"/>
                </a:solidFill>
                <a:latin typeface="DejaVu Sans"/>
                <a:ea typeface="DejaVu Sans"/>
                <a:cs typeface="DejaVu Sans"/>
              </a:defRPr>
            </a:lvl1pPr>
            <a:lvl2pPr>
              <a:defRPr sz="2475" b="1">
                <a:solidFill>
                  <a:srgbClr val="087E83"/>
                </a:solidFill>
                <a:latin typeface="DejaVu Sans"/>
                <a:ea typeface="DejaVu Sans"/>
                <a:cs typeface="DejaVu Sans"/>
              </a:defRPr>
            </a:lvl2pPr>
            <a:lvl3pPr>
              <a:defRPr sz="2475" b="1">
                <a:solidFill>
                  <a:srgbClr val="087E83"/>
                </a:solidFill>
                <a:latin typeface="DejaVu Sans"/>
                <a:ea typeface="DejaVu Sans"/>
                <a:cs typeface="DejaVu Sans"/>
              </a:defRPr>
            </a:lvl3pPr>
            <a:lvl4pPr>
              <a:defRPr sz="2475" b="1">
                <a:solidFill>
                  <a:srgbClr val="087E83"/>
                </a:solidFill>
                <a:latin typeface="DejaVu Sans"/>
                <a:ea typeface="DejaVu Sans"/>
                <a:cs typeface="DejaVu Sans"/>
              </a:defRPr>
            </a:lvl4pPr>
            <a:lvl5pPr>
              <a:defRPr sz="2475" b="1">
                <a:solidFill>
                  <a:srgbClr val="087E83"/>
                </a:solidFill>
                <a:latin typeface="DejaVu Sans"/>
                <a:ea typeface="DejaVu Sans"/>
                <a:cs typeface="DejaVu Sans"/>
              </a:defRPr>
            </a:lvl5pPr>
            <a:lvl6pPr>
              <a:defRPr sz="2475" b="1">
                <a:solidFill>
                  <a:srgbClr val="087E83"/>
                </a:solidFill>
                <a:latin typeface="DejaVu Sans"/>
                <a:ea typeface="DejaVu Sans"/>
                <a:cs typeface="DejaVu Sans"/>
              </a:defRPr>
            </a:lvl6pPr>
            <a:lvl7pPr>
              <a:defRPr sz="2475" b="1">
                <a:solidFill>
                  <a:srgbClr val="087E83"/>
                </a:solidFill>
                <a:latin typeface="DejaVu Sans"/>
                <a:ea typeface="DejaVu Sans"/>
                <a:cs typeface="DejaVu Sans"/>
              </a:defRPr>
            </a:lvl7pPr>
            <a:lvl8pPr>
              <a:defRPr sz="2475" b="1">
                <a:solidFill>
                  <a:srgbClr val="087E83"/>
                </a:solidFill>
                <a:latin typeface="DejaVu Sans"/>
                <a:ea typeface="DejaVu Sans"/>
                <a:cs typeface="DejaVu Sans"/>
              </a:defRPr>
            </a:lvl8pPr>
            <a:lvl9pPr>
              <a:defRPr sz="2475" b="1">
                <a:solidFill>
                  <a:srgbClr val="087E83"/>
                </a:solidFill>
                <a:latin typeface="DejaVu Sans"/>
                <a:ea typeface="DejaVu Sans"/>
                <a:cs typeface="DejaVu Sans"/>
              </a:defRPr>
            </a:lvl9pPr>
          </a:lstStyle>
          <a:p xmlns:a="http://schemas.openxmlformats.org/drawingml/2006/main">
            <a:pPr>
              <a:defRPr sz="2475" b="1">
                <a:solidFill>
                  <a:srgbClr val="087E83"/>
                </a:solidFill>
                <a:latin typeface="DejaVu Sans"/>
                <a:ea typeface="DejaVu Sans"/>
                <a:cs typeface="DejaVu Sans"/>
              </a:defRPr>
            </a:pPr>
            <a:r>
              <a:rPr sz="2475" b="1">
                <a:solidFill>
                  <a:srgbClr val="087E83"/>
                </a:solidFill>
                <a:latin typeface="DejaVu Sans"/>
                <a:ea typeface="DejaVu Sans"/>
                <a:cs typeface="DejaVu Sans"/>
              </a:rPr>
              <a:t>02</a:t>
            </a:r>
          </a:p>
        </p:txBody>
      </p:sp>
      <p:sp>
        <p:nvSpPr>
          <p:cNvPr id="8" name="">
            <a:extLst xmlns:a="http://schemas.openxmlformats.org/drawingml/2006/main">
              <a:ext uri="{FF2B5EF4-FFF2-40B4-BE49-F238E27FC236}">
                <a16:creationId xmlns:a16="http://schemas.microsoft.com/office/drawing/2014/main" id="{EB0929DD-CB36-444F-87DE-2A6BB9794F41}"/>
              </a:ext>
            </a:extLst>
          </p:cNvPr>
          <p:cNvSpPr>
            <a:spLocks xmlns:a="http://schemas.openxmlformats.org/drawingml/2006/main" noGrp="1"/>
          </p:cNvSpPr>
          <p:nvPr/>
        </p:nvSpPr>
        <p:spPr>
          <a:xfrm xmlns:a="http://schemas.openxmlformats.org/drawingml/2006/main">
            <a:off x="1428750" y="2905125"/>
            <a:ext cx="347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132A35"/>
                </a:solidFill>
                <a:latin typeface="DejaVu Sans"/>
                <a:ea typeface="DejaVu Sans"/>
                <a:cs typeface="DejaVu Sans"/>
              </a:defRPr>
            </a:defPPr>
            <a:lvl1pPr>
              <a:defRPr sz="2175" b="1">
                <a:solidFill>
                  <a:srgbClr val="132A35"/>
                </a:solidFill>
                <a:latin typeface="DejaVu Sans"/>
                <a:ea typeface="DejaVu Sans"/>
                <a:cs typeface="DejaVu Sans"/>
              </a:defRPr>
            </a:lvl1pPr>
            <a:lvl2pPr>
              <a:defRPr sz="2175" b="1">
                <a:solidFill>
                  <a:srgbClr val="132A35"/>
                </a:solidFill>
                <a:latin typeface="DejaVu Sans"/>
                <a:ea typeface="DejaVu Sans"/>
                <a:cs typeface="DejaVu Sans"/>
              </a:defRPr>
            </a:lvl2pPr>
            <a:lvl3pPr>
              <a:defRPr sz="2175" b="1">
                <a:solidFill>
                  <a:srgbClr val="132A35"/>
                </a:solidFill>
                <a:latin typeface="DejaVu Sans"/>
                <a:ea typeface="DejaVu Sans"/>
                <a:cs typeface="DejaVu Sans"/>
              </a:defRPr>
            </a:lvl3pPr>
            <a:lvl4pPr>
              <a:defRPr sz="2175" b="1">
                <a:solidFill>
                  <a:srgbClr val="132A35"/>
                </a:solidFill>
                <a:latin typeface="DejaVu Sans"/>
                <a:ea typeface="DejaVu Sans"/>
                <a:cs typeface="DejaVu Sans"/>
              </a:defRPr>
            </a:lvl4pPr>
            <a:lvl5pPr>
              <a:defRPr sz="2175" b="1">
                <a:solidFill>
                  <a:srgbClr val="132A35"/>
                </a:solidFill>
                <a:latin typeface="DejaVu Sans"/>
                <a:ea typeface="DejaVu Sans"/>
                <a:cs typeface="DejaVu Sans"/>
              </a:defRPr>
            </a:lvl5pPr>
            <a:lvl6pPr>
              <a:defRPr sz="2175" b="1">
                <a:solidFill>
                  <a:srgbClr val="132A35"/>
                </a:solidFill>
                <a:latin typeface="DejaVu Sans"/>
                <a:ea typeface="DejaVu Sans"/>
                <a:cs typeface="DejaVu Sans"/>
              </a:defRPr>
            </a:lvl6pPr>
            <a:lvl7pPr>
              <a:defRPr sz="2175" b="1">
                <a:solidFill>
                  <a:srgbClr val="132A35"/>
                </a:solidFill>
                <a:latin typeface="DejaVu Sans"/>
                <a:ea typeface="DejaVu Sans"/>
                <a:cs typeface="DejaVu Sans"/>
              </a:defRPr>
            </a:lvl7pPr>
            <a:lvl8pPr>
              <a:defRPr sz="2175" b="1">
                <a:solidFill>
                  <a:srgbClr val="132A35"/>
                </a:solidFill>
                <a:latin typeface="DejaVu Sans"/>
                <a:ea typeface="DejaVu Sans"/>
                <a:cs typeface="DejaVu Sans"/>
              </a:defRPr>
            </a:lvl8pPr>
            <a:lvl9pPr>
              <a:defRPr sz="2175" b="1">
                <a:solidFill>
                  <a:srgbClr val="132A35"/>
                </a:solidFill>
                <a:latin typeface="DejaVu Sans"/>
                <a:ea typeface="DejaVu Sans"/>
                <a:cs typeface="DejaVu Sans"/>
              </a:defRPr>
            </a:lvl9pPr>
          </a:lstStyle>
          <a:p xmlns:a="http://schemas.openxmlformats.org/drawingml/2006/main">
            <a:pPr>
              <a:defRPr sz="2175" b="1">
                <a:solidFill>
                  <a:srgbClr val="132A35"/>
                </a:solidFill>
                <a:latin typeface="DejaVu Sans"/>
                <a:ea typeface="DejaVu Sans"/>
                <a:cs typeface="DejaVu Sans"/>
              </a:defRPr>
            </a:pPr>
            <a:r>
              <a:rPr sz="2175" b="1">
                <a:solidFill>
                  <a:srgbClr val="132A35"/>
                </a:solidFill>
                <a:latin typeface="DejaVu Sans"/>
                <a:ea typeface="DejaVu Sans"/>
                <a:cs typeface="DejaVu Sans"/>
              </a:rPr>
              <a:t>Graph algorithms</a:t>
            </a:r>
          </a:p>
        </p:txBody>
      </p:sp>
      <p:sp>
        <p:nvSpPr>
          <p:cNvPr id="9" name="">
            <a:extLst xmlns:a="http://schemas.openxmlformats.org/drawingml/2006/main">
              <a:ext uri="{FF2B5EF4-FFF2-40B4-BE49-F238E27FC236}">
                <a16:creationId xmlns:a16="http://schemas.microsoft.com/office/drawing/2014/main" id="{378DD38F-2285-4EAD-90BD-33E81C7E3222}"/>
              </a:ext>
            </a:extLst>
          </p:cNvPr>
          <p:cNvSpPr>
            <a:spLocks xmlns:a="http://schemas.openxmlformats.org/drawingml/2006/main" noGrp="1"/>
          </p:cNvSpPr>
          <p:nvPr/>
        </p:nvSpPr>
        <p:spPr>
          <a:xfrm xmlns:a="http://schemas.openxmlformats.org/drawingml/2006/main">
            <a:off x="5238750" y="2905125"/>
            <a:ext cx="628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1">
                <a:solidFill>
                  <a:srgbClr val="132A35"/>
                </a:solidFill>
                <a:latin typeface="DejaVu Sans"/>
                <a:ea typeface="DejaVu Sans"/>
                <a:cs typeface="DejaVu Sans"/>
              </a:defRPr>
            </a:defPPr>
            <a:lvl1pPr>
              <a:defRPr sz="2025" b="1">
                <a:solidFill>
                  <a:srgbClr val="132A35"/>
                </a:solidFill>
                <a:latin typeface="DejaVu Sans"/>
                <a:ea typeface="DejaVu Sans"/>
                <a:cs typeface="DejaVu Sans"/>
              </a:defRPr>
            </a:lvl1pPr>
            <a:lvl2pPr>
              <a:defRPr sz="2025" b="1">
                <a:solidFill>
                  <a:srgbClr val="132A35"/>
                </a:solidFill>
                <a:latin typeface="DejaVu Sans"/>
                <a:ea typeface="DejaVu Sans"/>
                <a:cs typeface="DejaVu Sans"/>
              </a:defRPr>
            </a:lvl2pPr>
            <a:lvl3pPr>
              <a:defRPr sz="2025" b="1">
                <a:solidFill>
                  <a:srgbClr val="132A35"/>
                </a:solidFill>
                <a:latin typeface="DejaVu Sans"/>
                <a:ea typeface="DejaVu Sans"/>
                <a:cs typeface="DejaVu Sans"/>
              </a:defRPr>
            </a:lvl3pPr>
            <a:lvl4pPr>
              <a:defRPr sz="2025" b="1">
                <a:solidFill>
                  <a:srgbClr val="132A35"/>
                </a:solidFill>
                <a:latin typeface="DejaVu Sans"/>
                <a:ea typeface="DejaVu Sans"/>
                <a:cs typeface="DejaVu Sans"/>
              </a:defRPr>
            </a:lvl4pPr>
            <a:lvl5pPr>
              <a:defRPr sz="2025" b="1">
                <a:solidFill>
                  <a:srgbClr val="132A35"/>
                </a:solidFill>
                <a:latin typeface="DejaVu Sans"/>
                <a:ea typeface="DejaVu Sans"/>
                <a:cs typeface="DejaVu Sans"/>
              </a:defRPr>
            </a:lvl5pPr>
            <a:lvl6pPr>
              <a:defRPr sz="2025" b="1">
                <a:solidFill>
                  <a:srgbClr val="132A35"/>
                </a:solidFill>
                <a:latin typeface="DejaVu Sans"/>
                <a:ea typeface="DejaVu Sans"/>
                <a:cs typeface="DejaVu Sans"/>
              </a:defRPr>
            </a:lvl6pPr>
            <a:lvl7pPr>
              <a:defRPr sz="2025" b="1">
                <a:solidFill>
                  <a:srgbClr val="132A35"/>
                </a:solidFill>
                <a:latin typeface="DejaVu Sans"/>
                <a:ea typeface="DejaVu Sans"/>
                <a:cs typeface="DejaVu Sans"/>
              </a:defRPr>
            </a:lvl7pPr>
            <a:lvl8pPr>
              <a:defRPr sz="2025" b="1">
                <a:solidFill>
                  <a:srgbClr val="132A35"/>
                </a:solidFill>
                <a:latin typeface="DejaVu Sans"/>
                <a:ea typeface="DejaVu Sans"/>
                <a:cs typeface="DejaVu Sans"/>
              </a:defRPr>
            </a:lvl8pPr>
            <a:lvl9pPr>
              <a:defRPr sz="2025" b="1">
                <a:solidFill>
                  <a:srgbClr val="132A35"/>
                </a:solidFill>
                <a:latin typeface="DejaVu Sans"/>
                <a:ea typeface="DejaVu Sans"/>
                <a:cs typeface="DejaVu Sans"/>
              </a:defRPr>
            </a:lvl9pPr>
          </a:lstStyle>
          <a:p xmlns:a="http://schemas.openxmlformats.org/drawingml/2006/main">
            <a:pPr>
              <a:defRPr sz="2025" b="1">
                <a:solidFill>
                  <a:srgbClr val="132A35"/>
                </a:solidFill>
                <a:latin typeface="DejaVu Sans"/>
                <a:ea typeface="DejaVu Sans"/>
                <a:cs typeface="DejaVu Sans"/>
              </a:defRPr>
            </a:pPr>
            <a:r>
              <a:rPr sz="2025" b="1">
                <a:solidFill>
                  <a:srgbClr val="132A35"/>
                </a:solidFill>
                <a:latin typeface="DejaVu Sans"/>
                <a:ea typeface="DejaVu Sans"/>
                <a:cs typeface="DejaVu Sans"/>
              </a:rPr>
              <a:t>What looks similar or forms a group?</a:t>
            </a:r>
          </a:p>
        </p:txBody>
      </p:sp>
      <p:sp>
        <p:nvSpPr>
          <p:cNvPr id="10" name="">
            <a:extLst xmlns:a="http://schemas.openxmlformats.org/drawingml/2006/main">
              <a:ext uri="{FF2B5EF4-FFF2-40B4-BE49-F238E27FC236}">
                <a16:creationId xmlns:a16="http://schemas.microsoft.com/office/drawing/2014/main" id="{29F2849D-4BE2-465F-BF5C-1ECD977A5CE7}"/>
              </a:ext>
            </a:extLst>
          </p:cNvPr>
          <p:cNvSpPr>
            <a:spLocks xmlns:a="http://schemas.openxmlformats.org/drawingml/2006/main" noGrp="1"/>
          </p:cNvSpPr>
          <p:nvPr/>
        </p:nvSpPr>
        <p:spPr>
          <a:xfrm xmlns:a="http://schemas.openxmlformats.org/drawingml/2006/main">
            <a:off x="5238750" y="3295650"/>
            <a:ext cx="628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Similar stores, sellers and items; communities</a:t>
            </a:r>
          </a:p>
        </p:txBody>
      </p:sp>
      <p:sp>
        <p:nvSpPr>
          <p:cNvPr id="11" name="">
            <a:extLst xmlns:a="http://schemas.openxmlformats.org/drawingml/2006/main">
              <a:ext uri="{FF2B5EF4-FFF2-40B4-BE49-F238E27FC236}">
                <a16:creationId xmlns:a16="http://schemas.microsoft.com/office/drawing/2014/main" id="{21CB30D3-C223-419E-A69C-CAC0CE6CBAED}"/>
              </a:ext>
            </a:extLst>
          </p:cNvPr>
          <p:cNvSpPr>
            <a:spLocks xmlns:a="http://schemas.openxmlformats.org/drawingml/2006/main" noGrp="1"/>
          </p:cNvSpPr>
          <p:nvPr/>
        </p:nvSpPr>
        <p:spPr>
          <a:xfrm xmlns:a="http://schemas.openxmlformats.org/drawingml/2006/main">
            <a:off x="609600" y="3857625"/>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75" b="1">
                <a:solidFill>
                  <a:srgbClr val="087E83"/>
                </a:solidFill>
                <a:latin typeface="DejaVu Sans"/>
                <a:ea typeface="DejaVu Sans"/>
                <a:cs typeface="DejaVu Sans"/>
              </a:defRPr>
            </a:defPPr>
            <a:lvl1pPr>
              <a:defRPr sz="2475" b="1">
                <a:solidFill>
                  <a:srgbClr val="087E83"/>
                </a:solidFill>
                <a:latin typeface="DejaVu Sans"/>
                <a:ea typeface="DejaVu Sans"/>
                <a:cs typeface="DejaVu Sans"/>
              </a:defRPr>
            </a:lvl1pPr>
            <a:lvl2pPr>
              <a:defRPr sz="2475" b="1">
                <a:solidFill>
                  <a:srgbClr val="087E83"/>
                </a:solidFill>
                <a:latin typeface="DejaVu Sans"/>
                <a:ea typeface="DejaVu Sans"/>
                <a:cs typeface="DejaVu Sans"/>
              </a:defRPr>
            </a:lvl2pPr>
            <a:lvl3pPr>
              <a:defRPr sz="2475" b="1">
                <a:solidFill>
                  <a:srgbClr val="087E83"/>
                </a:solidFill>
                <a:latin typeface="DejaVu Sans"/>
                <a:ea typeface="DejaVu Sans"/>
                <a:cs typeface="DejaVu Sans"/>
              </a:defRPr>
            </a:lvl3pPr>
            <a:lvl4pPr>
              <a:defRPr sz="2475" b="1">
                <a:solidFill>
                  <a:srgbClr val="087E83"/>
                </a:solidFill>
                <a:latin typeface="DejaVu Sans"/>
                <a:ea typeface="DejaVu Sans"/>
                <a:cs typeface="DejaVu Sans"/>
              </a:defRPr>
            </a:lvl4pPr>
            <a:lvl5pPr>
              <a:defRPr sz="2475" b="1">
                <a:solidFill>
                  <a:srgbClr val="087E83"/>
                </a:solidFill>
                <a:latin typeface="DejaVu Sans"/>
                <a:ea typeface="DejaVu Sans"/>
                <a:cs typeface="DejaVu Sans"/>
              </a:defRPr>
            </a:lvl5pPr>
            <a:lvl6pPr>
              <a:defRPr sz="2475" b="1">
                <a:solidFill>
                  <a:srgbClr val="087E83"/>
                </a:solidFill>
                <a:latin typeface="DejaVu Sans"/>
                <a:ea typeface="DejaVu Sans"/>
                <a:cs typeface="DejaVu Sans"/>
              </a:defRPr>
            </a:lvl6pPr>
            <a:lvl7pPr>
              <a:defRPr sz="2475" b="1">
                <a:solidFill>
                  <a:srgbClr val="087E83"/>
                </a:solidFill>
                <a:latin typeface="DejaVu Sans"/>
                <a:ea typeface="DejaVu Sans"/>
                <a:cs typeface="DejaVu Sans"/>
              </a:defRPr>
            </a:lvl7pPr>
            <a:lvl8pPr>
              <a:defRPr sz="2475" b="1">
                <a:solidFill>
                  <a:srgbClr val="087E83"/>
                </a:solidFill>
                <a:latin typeface="DejaVu Sans"/>
                <a:ea typeface="DejaVu Sans"/>
                <a:cs typeface="DejaVu Sans"/>
              </a:defRPr>
            </a:lvl8pPr>
            <a:lvl9pPr>
              <a:defRPr sz="2475" b="1">
                <a:solidFill>
                  <a:srgbClr val="087E83"/>
                </a:solidFill>
                <a:latin typeface="DejaVu Sans"/>
                <a:ea typeface="DejaVu Sans"/>
                <a:cs typeface="DejaVu Sans"/>
              </a:defRPr>
            </a:lvl9pPr>
          </a:lstStyle>
          <a:p xmlns:a="http://schemas.openxmlformats.org/drawingml/2006/main">
            <a:pPr>
              <a:defRPr sz="2475" b="1">
                <a:solidFill>
                  <a:srgbClr val="087E83"/>
                </a:solidFill>
                <a:latin typeface="DejaVu Sans"/>
                <a:ea typeface="DejaVu Sans"/>
                <a:cs typeface="DejaVu Sans"/>
              </a:defRPr>
            </a:pPr>
            <a:r>
              <a:rPr sz="2475" b="1">
                <a:solidFill>
                  <a:srgbClr val="087E83"/>
                </a:solidFill>
                <a:latin typeface="DejaVu Sans"/>
                <a:ea typeface="DejaVu Sans"/>
                <a:cs typeface="DejaVu Sans"/>
              </a:rPr>
              <a:t>03</a:t>
            </a:r>
          </a:p>
        </p:txBody>
      </p:sp>
      <p:sp>
        <p:nvSpPr>
          <p:cNvPr id="12" name="">
            <a:extLst xmlns:a="http://schemas.openxmlformats.org/drawingml/2006/main">
              <a:ext uri="{FF2B5EF4-FFF2-40B4-BE49-F238E27FC236}">
                <a16:creationId xmlns:a16="http://schemas.microsoft.com/office/drawing/2014/main" id="{A840912F-E959-45AB-A50C-4CE2481DE492}"/>
              </a:ext>
            </a:extLst>
          </p:cNvPr>
          <p:cNvSpPr>
            <a:spLocks xmlns:a="http://schemas.openxmlformats.org/drawingml/2006/main" noGrp="1"/>
          </p:cNvSpPr>
          <p:nvPr/>
        </p:nvSpPr>
        <p:spPr>
          <a:xfrm xmlns:a="http://schemas.openxmlformats.org/drawingml/2006/main">
            <a:off x="1428750" y="3857625"/>
            <a:ext cx="347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132A35"/>
                </a:solidFill>
                <a:latin typeface="DejaVu Sans"/>
                <a:ea typeface="DejaVu Sans"/>
                <a:cs typeface="DejaVu Sans"/>
              </a:defRPr>
            </a:defPPr>
            <a:lvl1pPr>
              <a:defRPr sz="2175" b="1">
                <a:solidFill>
                  <a:srgbClr val="132A35"/>
                </a:solidFill>
                <a:latin typeface="DejaVu Sans"/>
                <a:ea typeface="DejaVu Sans"/>
                <a:cs typeface="DejaVu Sans"/>
              </a:defRPr>
            </a:lvl1pPr>
            <a:lvl2pPr>
              <a:defRPr sz="2175" b="1">
                <a:solidFill>
                  <a:srgbClr val="132A35"/>
                </a:solidFill>
                <a:latin typeface="DejaVu Sans"/>
                <a:ea typeface="DejaVu Sans"/>
                <a:cs typeface="DejaVu Sans"/>
              </a:defRPr>
            </a:lvl2pPr>
            <a:lvl3pPr>
              <a:defRPr sz="2175" b="1">
                <a:solidFill>
                  <a:srgbClr val="132A35"/>
                </a:solidFill>
                <a:latin typeface="DejaVu Sans"/>
                <a:ea typeface="DejaVu Sans"/>
                <a:cs typeface="DejaVu Sans"/>
              </a:defRPr>
            </a:lvl3pPr>
            <a:lvl4pPr>
              <a:defRPr sz="2175" b="1">
                <a:solidFill>
                  <a:srgbClr val="132A35"/>
                </a:solidFill>
                <a:latin typeface="DejaVu Sans"/>
                <a:ea typeface="DejaVu Sans"/>
                <a:cs typeface="DejaVu Sans"/>
              </a:defRPr>
            </a:lvl4pPr>
            <a:lvl5pPr>
              <a:defRPr sz="2175" b="1">
                <a:solidFill>
                  <a:srgbClr val="132A35"/>
                </a:solidFill>
                <a:latin typeface="DejaVu Sans"/>
                <a:ea typeface="DejaVu Sans"/>
                <a:cs typeface="DejaVu Sans"/>
              </a:defRPr>
            </a:lvl5pPr>
            <a:lvl6pPr>
              <a:defRPr sz="2175" b="1">
                <a:solidFill>
                  <a:srgbClr val="132A35"/>
                </a:solidFill>
                <a:latin typeface="DejaVu Sans"/>
                <a:ea typeface="DejaVu Sans"/>
                <a:cs typeface="DejaVu Sans"/>
              </a:defRPr>
            </a:lvl6pPr>
            <a:lvl7pPr>
              <a:defRPr sz="2175" b="1">
                <a:solidFill>
                  <a:srgbClr val="132A35"/>
                </a:solidFill>
                <a:latin typeface="DejaVu Sans"/>
                <a:ea typeface="DejaVu Sans"/>
                <a:cs typeface="DejaVu Sans"/>
              </a:defRPr>
            </a:lvl7pPr>
            <a:lvl8pPr>
              <a:defRPr sz="2175" b="1">
                <a:solidFill>
                  <a:srgbClr val="132A35"/>
                </a:solidFill>
                <a:latin typeface="DejaVu Sans"/>
                <a:ea typeface="DejaVu Sans"/>
                <a:cs typeface="DejaVu Sans"/>
              </a:defRPr>
            </a:lvl8pPr>
            <a:lvl9pPr>
              <a:defRPr sz="2175" b="1">
                <a:solidFill>
                  <a:srgbClr val="132A35"/>
                </a:solidFill>
                <a:latin typeface="DejaVu Sans"/>
                <a:ea typeface="DejaVu Sans"/>
                <a:cs typeface="DejaVu Sans"/>
              </a:defRPr>
            </a:lvl9pPr>
          </a:lstStyle>
          <a:p xmlns:a="http://schemas.openxmlformats.org/drawingml/2006/main">
            <a:pPr>
              <a:defRPr sz="2175" b="1">
                <a:solidFill>
                  <a:srgbClr val="132A35"/>
                </a:solidFill>
                <a:latin typeface="DejaVu Sans"/>
                <a:ea typeface="DejaVu Sans"/>
                <a:cs typeface="DejaVu Sans"/>
              </a:defRPr>
            </a:pPr>
            <a:r>
              <a:rPr sz="2175" b="1">
                <a:solidFill>
                  <a:srgbClr val="132A35"/>
                </a:solidFill>
                <a:latin typeface="DejaVu Sans"/>
                <a:ea typeface="DejaVu Sans"/>
                <a:cs typeface="DejaVu Sans"/>
              </a:rPr>
              <a:t>Graph neural networks</a:t>
            </a:r>
          </a:p>
        </p:txBody>
      </p:sp>
      <p:sp>
        <p:nvSpPr>
          <p:cNvPr id="13" name="">
            <a:extLst xmlns:a="http://schemas.openxmlformats.org/drawingml/2006/main">
              <a:ext uri="{FF2B5EF4-FFF2-40B4-BE49-F238E27FC236}">
                <a16:creationId xmlns:a16="http://schemas.microsoft.com/office/drawing/2014/main" id="{8F72B198-D6A8-4E8B-9953-28F401A634A3}"/>
              </a:ext>
            </a:extLst>
          </p:cNvPr>
          <p:cNvSpPr>
            <a:spLocks xmlns:a="http://schemas.openxmlformats.org/drawingml/2006/main" noGrp="1"/>
          </p:cNvSpPr>
          <p:nvPr/>
        </p:nvSpPr>
        <p:spPr>
          <a:xfrm xmlns:a="http://schemas.openxmlformats.org/drawingml/2006/main">
            <a:off x="5238750" y="3857625"/>
            <a:ext cx="628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1">
                <a:solidFill>
                  <a:srgbClr val="132A35"/>
                </a:solidFill>
                <a:latin typeface="DejaVu Sans"/>
                <a:ea typeface="DejaVu Sans"/>
                <a:cs typeface="DejaVu Sans"/>
              </a:defRPr>
            </a:defPPr>
            <a:lvl1pPr>
              <a:defRPr sz="2025" b="1">
                <a:solidFill>
                  <a:srgbClr val="132A35"/>
                </a:solidFill>
                <a:latin typeface="DejaVu Sans"/>
                <a:ea typeface="DejaVu Sans"/>
                <a:cs typeface="DejaVu Sans"/>
              </a:defRPr>
            </a:lvl1pPr>
            <a:lvl2pPr>
              <a:defRPr sz="2025" b="1">
                <a:solidFill>
                  <a:srgbClr val="132A35"/>
                </a:solidFill>
                <a:latin typeface="DejaVu Sans"/>
                <a:ea typeface="DejaVu Sans"/>
                <a:cs typeface="DejaVu Sans"/>
              </a:defRPr>
            </a:lvl2pPr>
            <a:lvl3pPr>
              <a:defRPr sz="2025" b="1">
                <a:solidFill>
                  <a:srgbClr val="132A35"/>
                </a:solidFill>
                <a:latin typeface="DejaVu Sans"/>
                <a:ea typeface="DejaVu Sans"/>
                <a:cs typeface="DejaVu Sans"/>
              </a:defRPr>
            </a:lvl3pPr>
            <a:lvl4pPr>
              <a:defRPr sz="2025" b="1">
                <a:solidFill>
                  <a:srgbClr val="132A35"/>
                </a:solidFill>
                <a:latin typeface="DejaVu Sans"/>
                <a:ea typeface="DejaVu Sans"/>
                <a:cs typeface="DejaVu Sans"/>
              </a:defRPr>
            </a:lvl4pPr>
            <a:lvl5pPr>
              <a:defRPr sz="2025" b="1">
                <a:solidFill>
                  <a:srgbClr val="132A35"/>
                </a:solidFill>
                <a:latin typeface="DejaVu Sans"/>
                <a:ea typeface="DejaVu Sans"/>
                <a:cs typeface="DejaVu Sans"/>
              </a:defRPr>
            </a:lvl5pPr>
            <a:lvl6pPr>
              <a:defRPr sz="2025" b="1">
                <a:solidFill>
                  <a:srgbClr val="132A35"/>
                </a:solidFill>
                <a:latin typeface="DejaVu Sans"/>
                <a:ea typeface="DejaVu Sans"/>
                <a:cs typeface="DejaVu Sans"/>
              </a:defRPr>
            </a:lvl6pPr>
            <a:lvl7pPr>
              <a:defRPr sz="2025" b="1">
                <a:solidFill>
                  <a:srgbClr val="132A35"/>
                </a:solidFill>
                <a:latin typeface="DejaVu Sans"/>
                <a:ea typeface="DejaVu Sans"/>
                <a:cs typeface="DejaVu Sans"/>
              </a:defRPr>
            </a:lvl7pPr>
            <a:lvl8pPr>
              <a:defRPr sz="2025" b="1">
                <a:solidFill>
                  <a:srgbClr val="132A35"/>
                </a:solidFill>
                <a:latin typeface="DejaVu Sans"/>
                <a:ea typeface="DejaVu Sans"/>
                <a:cs typeface="DejaVu Sans"/>
              </a:defRPr>
            </a:lvl8pPr>
            <a:lvl9pPr>
              <a:defRPr sz="2025" b="1">
                <a:solidFill>
                  <a:srgbClr val="132A35"/>
                </a:solidFill>
                <a:latin typeface="DejaVu Sans"/>
                <a:ea typeface="DejaVu Sans"/>
                <a:cs typeface="DejaVu Sans"/>
              </a:defRPr>
            </a:lvl9pPr>
          </a:lstStyle>
          <a:p xmlns:a="http://schemas.openxmlformats.org/drawingml/2006/main">
            <a:pPr>
              <a:defRPr sz="2025" b="1">
                <a:solidFill>
                  <a:srgbClr val="132A35"/>
                </a:solidFill>
                <a:latin typeface="DejaVu Sans"/>
                <a:ea typeface="DejaVu Sans"/>
                <a:cs typeface="DejaVu Sans"/>
              </a:defRPr>
            </a:pPr>
            <a:r>
              <a:rPr sz="2025" b="1">
                <a:solidFill>
                  <a:srgbClr val="132A35"/>
                </a:solidFill>
                <a:latin typeface="DejaVu Sans"/>
                <a:ea typeface="DejaVu Sans"/>
                <a:cs typeface="DejaVu Sans"/>
              </a:rPr>
              <a:t>What can relationships help predict?</a:t>
            </a:r>
          </a:p>
        </p:txBody>
      </p:sp>
      <p:sp>
        <p:nvSpPr>
          <p:cNvPr id="14" name="">
            <a:extLst xmlns:a="http://schemas.openxmlformats.org/drawingml/2006/main">
              <a:ext uri="{FF2B5EF4-FFF2-40B4-BE49-F238E27FC236}">
                <a16:creationId xmlns:a16="http://schemas.microsoft.com/office/drawing/2014/main" id="{90140559-11D2-43C6-9347-5773F76F1278}"/>
              </a:ext>
            </a:extLst>
          </p:cNvPr>
          <p:cNvSpPr>
            <a:spLocks xmlns:a="http://schemas.openxmlformats.org/drawingml/2006/main" noGrp="1"/>
          </p:cNvSpPr>
          <p:nvPr/>
        </p:nvSpPr>
        <p:spPr>
          <a:xfrm xmlns:a="http://schemas.openxmlformats.org/drawingml/2006/main">
            <a:off x="5238750" y="4248150"/>
            <a:ext cx="628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Fraudulent sellers and cold-start demand</a:t>
            </a:r>
          </a:p>
        </p:txBody>
      </p:sp>
      <p:sp>
        <p:nvSpPr>
          <p:cNvPr id="15" name="">
            <a:extLst xmlns:a="http://schemas.openxmlformats.org/drawingml/2006/main">
              <a:ext uri="{FF2B5EF4-FFF2-40B4-BE49-F238E27FC236}">
                <a16:creationId xmlns:a16="http://schemas.microsoft.com/office/drawing/2014/main" id="{AD403723-605C-415D-84C8-3E06D9C9D206}"/>
              </a:ext>
            </a:extLst>
          </p:cNvPr>
          <p:cNvSpPr>
            <a:spLocks xmlns:a="http://schemas.openxmlformats.org/drawingml/2006/main" noGrp="1"/>
          </p:cNvSpPr>
          <p:nvPr/>
        </p:nvSpPr>
        <p:spPr>
          <a:xfrm xmlns:a="http://schemas.openxmlformats.org/drawingml/2006/main">
            <a:off x="609600" y="4810125"/>
            <a:ext cx="6191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75" b="1">
                <a:solidFill>
                  <a:srgbClr val="087E83"/>
                </a:solidFill>
                <a:latin typeface="DejaVu Sans"/>
                <a:ea typeface="DejaVu Sans"/>
                <a:cs typeface="DejaVu Sans"/>
              </a:defRPr>
            </a:defPPr>
            <a:lvl1pPr>
              <a:defRPr sz="2475" b="1">
                <a:solidFill>
                  <a:srgbClr val="087E83"/>
                </a:solidFill>
                <a:latin typeface="DejaVu Sans"/>
                <a:ea typeface="DejaVu Sans"/>
                <a:cs typeface="DejaVu Sans"/>
              </a:defRPr>
            </a:lvl1pPr>
            <a:lvl2pPr>
              <a:defRPr sz="2475" b="1">
                <a:solidFill>
                  <a:srgbClr val="087E83"/>
                </a:solidFill>
                <a:latin typeface="DejaVu Sans"/>
                <a:ea typeface="DejaVu Sans"/>
                <a:cs typeface="DejaVu Sans"/>
              </a:defRPr>
            </a:lvl2pPr>
            <a:lvl3pPr>
              <a:defRPr sz="2475" b="1">
                <a:solidFill>
                  <a:srgbClr val="087E83"/>
                </a:solidFill>
                <a:latin typeface="DejaVu Sans"/>
                <a:ea typeface="DejaVu Sans"/>
                <a:cs typeface="DejaVu Sans"/>
              </a:defRPr>
            </a:lvl3pPr>
            <a:lvl4pPr>
              <a:defRPr sz="2475" b="1">
                <a:solidFill>
                  <a:srgbClr val="087E83"/>
                </a:solidFill>
                <a:latin typeface="DejaVu Sans"/>
                <a:ea typeface="DejaVu Sans"/>
                <a:cs typeface="DejaVu Sans"/>
              </a:defRPr>
            </a:lvl4pPr>
            <a:lvl5pPr>
              <a:defRPr sz="2475" b="1">
                <a:solidFill>
                  <a:srgbClr val="087E83"/>
                </a:solidFill>
                <a:latin typeface="DejaVu Sans"/>
                <a:ea typeface="DejaVu Sans"/>
                <a:cs typeface="DejaVu Sans"/>
              </a:defRPr>
            </a:lvl5pPr>
            <a:lvl6pPr>
              <a:defRPr sz="2475" b="1">
                <a:solidFill>
                  <a:srgbClr val="087E83"/>
                </a:solidFill>
                <a:latin typeface="DejaVu Sans"/>
                <a:ea typeface="DejaVu Sans"/>
                <a:cs typeface="DejaVu Sans"/>
              </a:defRPr>
            </a:lvl6pPr>
            <a:lvl7pPr>
              <a:defRPr sz="2475" b="1">
                <a:solidFill>
                  <a:srgbClr val="087E83"/>
                </a:solidFill>
                <a:latin typeface="DejaVu Sans"/>
                <a:ea typeface="DejaVu Sans"/>
                <a:cs typeface="DejaVu Sans"/>
              </a:defRPr>
            </a:lvl7pPr>
            <a:lvl8pPr>
              <a:defRPr sz="2475" b="1">
                <a:solidFill>
                  <a:srgbClr val="087E83"/>
                </a:solidFill>
                <a:latin typeface="DejaVu Sans"/>
                <a:ea typeface="DejaVu Sans"/>
                <a:cs typeface="DejaVu Sans"/>
              </a:defRPr>
            </a:lvl8pPr>
            <a:lvl9pPr>
              <a:defRPr sz="2475" b="1">
                <a:solidFill>
                  <a:srgbClr val="087E83"/>
                </a:solidFill>
                <a:latin typeface="DejaVu Sans"/>
                <a:ea typeface="DejaVu Sans"/>
                <a:cs typeface="DejaVu Sans"/>
              </a:defRPr>
            </a:lvl9pPr>
          </a:lstStyle>
          <a:p xmlns:a="http://schemas.openxmlformats.org/drawingml/2006/main">
            <a:pPr>
              <a:defRPr sz="2475" b="1">
                <a:solidFill>
                  <a:srgbClr val="087E83"/>
                </a:solidFill>
                <a:latin typeface="DejaVu Sans"/>
                <a:ea typeface="DejaVu Sans"/>
                <a:cs typeface="DejaVu Sans"/>
              </a:defRPr>
            </a:pPr>
            <a:r>
              <a:rPr sz="2475" b="1">
                <a:solidFill>
                  <a:srgbClr val="087E83"/>
                </a:solidFill>
                <a:latin typeface="DejaVu Sans"/>
                <a:ea typeface="DejaVu Sans"/>
                <a:cs typeface="DejaVu Sans"/>
              </a:rPr>
              <a:t>04</a:t>
            </a:r>
          </a:p>
        </p:txBody>
      </p:sp>
      <p:sp>
        <p:nvSpPr>
          <p:cNvPr id="16" name="">
            <a:extLst xmlns:a="http://schemas.openxmlformats.org/drawingml/2006/main">
              <a:ext uri="{FF2B5EF4-FFF2-40B4-BE49-F238E27FC236}">
                <a16:creationId xmlns:a16="http://schemas.microsoft.com/office/drawing/2014/main" id="{A4C526EC-1EC9-4115-A7C1-945E9BB2B9D7}"/>
              </a:ext>
            </a:extLst>
          </p:cNvPr>
          <p:cNvSpPr>
            <a:spLocks xmlns:a="http://schemas.openxmlformats.org/drawingml/2006/main" noGrp="1"/>
          </p:cNvSpPr>
          <p:nvPr/>
        </p:nvSpPr>
        <p:spPr>
          <a:xfrm xmlns:a="http://schemas.openxmlformats.org/drawingml/2006/main">
            <a:off x="1428750" y="4810125"/>
            <a:ext cx="3476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132A35"/>
                </a:solidFill>
                <a:latin typeface="DejaVu Sans"/>
                <a:ea typeface="DejaVu Sans"/>
                <a:cs typeface="DejaVu Sans"/>
              </a:defRPr>
            </a:defPPr>
            <a:lvl1pPr>
              <a:defRPr sz="2175" b="1">
                <a:solidFill>
                  <a:srgbClr val="132A35"/>
                </a:solidFill>
                <a:latin typeface="DejaVu Sans"/>
                <a:ea typeface="DejaVu Sans"/>
                <a:cs typeface="DejaVu Sans"/>
              </a:defRPr>
            </a:lvl1pPr>
            <a:lvl2pPr>
              <a:defRPr sz="2175" b="1">
                <a:solidFill>
                  <a:srgbClr val="132A35"/>
                </a:solidFill>
                <a:latin typeface="DejaVu Sans"/>
                <a:ea typeface="DejaVu Sans"/>
                <a:cs typeface="DejaVu Sans"/>
              </a:defRPr>
            </a:lvl2pPr>
            <a:lvl3pPr>
              <a:defRPr sz="2175" b="1">
                <a:solidFill>
                  <a:srgbClr val="132A35"/>
                </a:solidFill>
                <a:latin typeface="DejaVu Sans"/>
                <a:ea typeface="DejaVu Sans"/>
                <a:cs typeface="DejaVu Sans"/>
              </a:defRPr>
            </a:lvl3pPr>
            <a:lvl4pPr>
              <a:defRPr sz="2175" b="1">
                <a:solidFill>
                  <a:srgbClr val="132A35"/>
                </a:solidFill>
                <a:latin typeface="DejaVu Sans"/>
                <a:ea typeface="DejaVu Sans"/>
                <a:cs typeface="DejaVu Sans"/>
              </a:defRPr>
            </a:lvl4pPr>
            <a:lvl5pPr>
              <a:defRPr sz="2175" b="1">
                <a:solidFill>
                  <a:srgbClr val="132A35"/>
                </a:solidFill>
                <a:latin typeface="DejaVu Sans"/>
                <a:ea typeface="DejaVu Sans"/>
                <a:cs typeface="DejaVu Sans"/>
              </a:defRPr>
            </a:lvl5pPr>
            <a:lvl6pPr>
              <a:defRPr sz="2175" b="1">
                <a:solidFill>
                  <a:srgbClr val="132A35"/>
                </a:solidFill>
                <a:latin typeface="DejaVu Sans"/>
                <a:ea typeface="DejaVu Sans"/>
                <a:cs typeface="DejaVu Sans"/>
              </a:defRPr>
            </a:lvl6pPr>
            <a:lvl7pPr>
              <a:defRPr sz="2175" b="1">
                <a:solidFill>
                  <a:srgbClr val="132A35"/>
                </a:solidFill>
                <a:latin typeface="DejaVu Sans"/>
                <a:ea typeface="DejaVu Sans"/>
                <a:cs typeface="DejaVu Sans"/>
              </a:defRPr>
            </a:lvl7pPr>
            <a:lvl8pPr>
              <a:defRPr sz="2175" b="1">
                <a:solidFill>
                  <a:srgbClr val="132A35"/>
                </a:solidFill>
                <a:latin typeface="DejaVu Sans"/>
                <a:ea typeface="DejaVu Sans"/>
                <a:cs typeface="DejaVu Sans"/>
              </a:defRPr>
            </a:lvl8pPr>
            <a:lvl9pPr>
              <a:defRPr sz="2175" b="1">
                <a:solidFill>
                  <a:srgbClr val="132A35"/>
                </a:solidFill>
                <a:latin typeface="DejaVu Sans"/>
                <a:ea typeface="DejaVu Sans"/>
                <a:cs typeface="DejaVu Sans"/>
              </a:defRPr>
            </a:lvl9pPr>
          </a:lstStyle>
          <a:p xmlns:a="http://schemas.openxmlformats.org/drawingml/2006/main">
            <a:pPr>
              <a:defRPr sz="2175" b="1">
                <a:solidFill>
                  <a:srgbClr val="132A35"/>
                </a:solidFill>
                <a:latin typeface="DejaVu Sans"/>
                <a:ea typeface="DejaVu Sans"/>
                <a:cs typeface="DejaVu Sans"/>
              </a:defRPr>
            </a:pPr>
            <a:r>
              <a:rPr sz="2175" b="1">
                <a:solidFill>
                  <a:srgbClr val="132A35"/>
                </a:solidFill>
                <a:latin typeface="DejaVu Sans"/>
                <a:ea typeface="DejaVu Sans"/>
                <a:cs typeface="DejaVu Sans"/>
              </a:rPr>
              <a:t>GraphRAG</a:t>
            </a:r>
          </a:p>
        </p:txBody>
      </p:sp>
      <p:sp>
        <p:nvSpPr>
          <p:cNvPr id="17" name="">
            <a:extLst xmlns:a="http://schemas.openxmlformats.org/drawingml/2006/main">
              <a:ext uri="{FF2B5EF4-FFF2-40B4-BE49-F238E27FC236}">
                <a16:creationId xmlns:a16="http://schemas.microsoft.com/office/drawing/2014/main" id="{5CFDEFC9-13EF-44A5-BA38-D2458B5E862E}"/>
              </a:ext>
            </a:extLst>
          </p:cNvPr>
          <p:cNvSpPr>
            <a:spLocks xmlns:a="http://schemas.openxmlformats.org/drawingml/2006/main" noGrp="1"/>
          </p:cNvSpPr>
          <p:nvPr/>
        </p:nvSpPr>
        <p:spPr>
          <a:xfrm xmlns:a="http://schemas.openxmlformats.org/drawingml/2006/main">
            <a:off x="5238750" y="4810125"/>
            <a:ext cx="628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1">
                <a:solidFill>
                  <a:srgbClr val="132A35"/>
                </a:solidFill>
                <a:latin typeface="DejaVu Sans"/>
                <a:ea typeface="DejaVu Sans"/>
                <a:cs typeface="DejaVu Sans"/>
              </a:defRPr>
            </a:defPPr>
            <a:lvl1pPr>
              <a:defRPr sz="2025" b="1">
                <a:solidFill>
                  <a:srgbClr val="132A35"/>
                </a:solidFill>
                <a:latin typeface="DejaVu Sans"/>
                <a:ea typeface="DejaVu Sans"/>
                <a:cs typeface="DejaVu Sans"/>
              </a:defRPr>
            </a:lvl1pPr>
            <a:lvl2pPr>
              <a:defRPr sz="2025" b="1">
                <a:solidFill>
                  <a:srgbClr val="132A35"/>
                </a:solidFill>
                <a:latin typeface="DejaVu Sans"/>
                <a:ea typeface="DejaVu Sans"/>
                <a:cs typeface="DejaVu Sans"/>
              </a:defRPr>
            </a:lvl2pPr>
            <a:lvl3pPr>
              <a:defRPr sz="2025" b="1">
                <a:solidFill>
                  <a:srgbClr val="132A35"/>
                </a:solidFill>
                <a:latin typeface="DejaVu Sans"/>
                <a:ea typeface="DejaVu Sans"/>
                <a:cs typeface="DejaVu Sans"/>
              </a:defRPr>
            </a:lvl3pPr>
            <a:lvl4pPr>
              <a:defRPr sz="2025" b="1">
                <a:solidFill>
                  <a:srgbClr val="132A35"/>
                </a:solidFill>
                <a:latin typeface="DejaVu Sans"/>
                <a:ea typeface="DejaVu Sans"/>
                <a:cs typeface="DejaVu Sans"/>
              </a:defRPr>
            </a:lvl4pPr>
            <a:lvl5pPr>
              <a:defRPr sz="2025" b="1">
                <a:solidFill>
                  <a:srgbClr val="132A35"/>
                </a:solidFill>
                <a:latin typeface="DejaVu Sans"/>
                <a:ea typeface="DejaVu Sans"/>
                <a:cs typeface="DejaVu Sans"/>
              </a:defRPr>
            </a:lvl5pPr>
            <a:lvl6pPr>
              <a:defRPr sz="2025" b="1">
                <a:solidFill>
                  <a:srgbClr val="132A35"/>
                </a:solidFill>
                <a:latin typeface="DejaVu Sans"/>
                <a:ea typeface="DejaVu Sans"/>
                <a:cs typeface="DejaVu Sans"/>
              </a:defRPr>
            </a:lvl6pPr>
            <a:lvl7pPr>
              <a:defRPr sz="2025" b="1">
                <a:solidFill>
                  <a:srgbClr val="132A35"/>
                </a:solidFill>
                <a:latin typeface="DejaVu Sans"/>
                <a:ea typeface="DejaVu Sans"/>
                <a:cs typeface="DejaVu Sans"/>
              </a:defRPr>
            </a:lvl7pPr>
            <a:lvl8pPr>
              <a:defRPr sz="2025" b="1">
                <a:solidFill>
                  <a:srgbClr val="132A35"/>
                </a:solidFill>
                <a:latin typeface="DejaVu Sans"/>
                <a:ea typeface="DejaVu Sans"/>
                <a:cs typeface="DejaVu Sans"/>
              </a:defRPr>
            </a:lvl8pPr>
            <a:lvl9pPr>
              <a:defRPr sz="2025" b="1">
                <a:solidFill>
                  <a:srgbClr val="132A35"/>
                </a:solidFill>
                <a:latin typeface="DejaVu Sans"/>
                <a:ea typeface="DejaVu Sans"/>
                <a:cs typeface="DejaVu Sans"/>
              </a:defRPr>
            </a:lvl9pPr>
          </a:lstStyle>
          <a:p xmlns:a="http://schemas.openxmlformats.org/drawingml/2006/main">
            <a:pPr>
              <a:defRPr sz="2025" b="1">
                <a:solidFill>
                  <a:srgbClr val="132A35"/>
                </a:solidFill>
                <a:latin typeface="DejaVu Sans"/>
                <a:ea typeface="DejaVu Sans"/>
                <a:cs typeface="DejaVu Sans"/>
              </a:defRPr>
            </a:pPr>
            <a:r>
              <a:rPr sz="2025" b="1">
                <a:solidFill>
                  <a:srgbClr val="132A35"/>
                </a:solidFill>
                <a:latin typeface="DejaVu Sans"/>
                <a:ea typeface="DejaVu Sans"/>
                <a:cs typeface="DejaVu Sans"/>
              </a:rPr>
              <a:t>What context does the LLM need?</a:t>
            </a:r>
          </a:p>
        </p:txBody>
      </p:sp>
      <p:sp>
        <p:nvSpPr>
          <p:cNvPr id="18" name="">
            <a:extLst xmlns:a="http://schemas.openxmlformats.org/drawingml/2006/main">
              <a:ext uri="{FF2B5EF4-FFF2-40B4-BE49-F238E27FC236}">
                <a16:creationId xmlns:a16="http://schemas.microsoft.com/office/drawing/2014/main" id="{60750D8A-C59D-498E-8C5E-F5A47CC6FA0A}"/>
              </a:ext>
            </a:extLst>
          </p:cNvPr>
          <p:cNvSpPr>
            <a:spLocks xmlns:a="http://schemas.openxmlformats.org/drawingml/2006/main" noGrp="1"/>
          </p:cNvSpPr>
          <p:nvPr/>
        </p:nvSpPr>
        <p:spPr>
          <a:xfrm xmlns:a="http://schemas.openxmlformats.org/drawingml/2006/main">
            <a:off x="5238750" y="5200650"/>
            <a:ext cx="628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Retrieve connected evidence for reasoning</a:t>
            </a:r>
          </a:p>
        </p:txBody>
      </p:sp>
      <p:sp>
        <p:nvSpPr>
          <p:cNvPr id="19" name="">
            <a:extLst xmlns:a="http://schemas.openxmlformats.org/drawingml/2006/main">
              <a:ext uri="{FF2B5EF4-FFF2-40B4-BE49-F238E27FC236}">
                <a16:creationId xmlns:a16="http://schemas.microsoft.com/office/drawing/2014/main" id="{0D144BD6-65AA-4852-868A-8BB81341425D}"/>
              </a:ext>
            </a:extLst>
          </p:cNvPr>
          <p:cNvSpPr>
            <a:spLocks xmlns:a="http://schemas.openxmlformats.org/drawingml/2006/main" noGrp="1"/>
          </p:cNvSpPr>
          <p:nvPr/>
        </p:nvSpPr>
        <p:spPr>
          <a:xfrm xmlns:a="http://schemas.openxmlformats.org/drawingml/2006/main">
            <a:off x="609600" y="6038850"/>
            <a:ext cx="10934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087E83"/>
                </a:solidFill>
                <a:latin typeface="DejaVu Sans"/>
                <a:ea typeface="DejaVu Sans"/>
                <a:cs typeface="DejaVu Sans"/>
              </a:defRPr>
            </a:defPPr>
            <a:lvl1pPr>
              <a:defRPr sz="1725" b="0">
                <a:solidFill>
                  <a:srgbClr val="087E83"/>
                </a:solidFill>
                <a:latin typeface="DejaVu Sans"/>
                <a:ea typeface="DejaVu Sans"/>
                <a:cs typeface="DejaVu Sans"/>
              </a:defRPr>
            </a:lvl1pPr>
            <a:lvl2pPr>
              <a:defRPr sz="1725" b="0">
                <a:solidFill>
                  <a:srgbClr val="087E83"/>
                </a:solidFill>
                <a:latin typeface="DejaVu Sans"/>
                <a:ea typeface="DejaVu Sans"/>
                <a:cs typeface="DejaVu Sans"/>
              </a:defRPr>
            </a:lvl2pPr>
            <a:lvl3pPr>
              <a:defRPr sz="1725" b="0">
                <a:solidFill>
                  <a:srgbClr val="087E83"/>
                </a:solidFill>
                <a:latin typeface="DejaVu Sans"/>
                <a:ea typeface="DejaVu Sans"/>
                <a:cs typeface="DejaVu Sans"/>
              </a:defRPr>
            </a:lvl3pPr>
            <a:lvl4pPr>
              <a:defRPr sz="1725" b="0">
                <a:solidFill>
                  <a:srgbClr val="087E83"/>
                </a:solidFill>
                <a:latin typeface="DejaVu Sans"/>
                <a:ea typeface="DejaVu Sans"/>
                <a:cs typeface="DejaVu Sans"/>
              </a:defRPr>
            </a:lvl4pPr>
            <a:lvl5pPr>
              <a:defRPr sz="1725" b="0">
                <a:solidFill>
                  <a:srgbClr val="087E83"/>
                </a:solidFill>
                <a:latin typeface="DejaVu Sans"/>
                <a:ea typeface="DejaVu Sans"/>
                <a:cs typeface="DejaVu Sans"/>
              </a:defRPr>
            </a:lvl5pPr>
            <a:lvl6pPr>
              <a:defRPr sz="1725" b="0">
                <a:solidFill>
                  <a:srgbClr val="087E83"/>
                </a:solidFill>
                <a:latin typeface="DejaVu Sans"/>
                <a:ea typeface="DejaVu Sans"/>
                <a:cs typeface="DejaVu Sans"/>
              </a:defRPr>
            </a:lvl6pPr>
            <a:lvl7pPr>
              <a:defRPr sz="1725" b="0">
                <a:solidFill>
                  <a:srgbClr val="087E83"/>
                </a:solidFill>
                <a:latin typeface="DejaVu Sans"/>
                <a:ea typeface="DejaVu Sans"/>
                <a:cs typeface="DejaVu Sans"/>
              </a:defRPr>
            </a:lvl7pPr>
            <a:lvl8pPr>
              <a:defRPr sz="1725" b="0">
                <a:solidFill>
                  <a:srgbClr val="087E83"/>
                </a:solidFill>
                <a:latin typeface="DejaVu Sans"/>
                <a:ea typeface="DejaVu Sans"/>
                <a:cs typeface="DejaVu Sans"/>
              </a:defRPr>
            </a:lvl8pPr>
            <a:lvl9pPr>
              <a:defRPr sz="1725" b="0">
                <a:solidFill>
                  <a:srgbClr val="087E83"/>
                </a:solidFill>
                <a:latin typeface="DejaVu Sans"/>
                <a:ea typeface="DejaVu Sans"/>
                <a:cs typeface="DejaVu Sans"/>
              </a:defRPr>
            </a:lvl9pPr>
          </a:lstStyle>
          <a:p xmlns:a="http://schemas.openxmlformats.org/drawingml/2006/main">
            <a:pPr>
              <a:defRPr sz="1725" b="0">
                <a:solidFill>
                  <a:srgbClr val="087E83"/>
                </a:solidFill>
                <a:latin typeface="DejaVu Sans"/>
                <a:ea typeface="DejaVu Sans"/>
                <a:cs typeface="DejaVu Sans"/>
              </a:defRPr>
            </a:pPr>
            <a:r>
              <a:rPr sz="1725" b="0">
                <a:solidFill>
                  <a:srgbClr val="087E83"/>
                </a:solidFill>
                <a:latin typeface="DejaVu Sans"/>
                <a:ea typeface="DejaVu Sans"/>
                <a:cs typeface="DejaVu Sans"/>
              </a:rPr>
              <a:t>Similarity supports forecasting, recommendations and search. Communities surface collusion.</a:t>
            </a:r>
          </a:p>
        </p:txBody>
      </p:sp>
    </p:spTree>
    <p:extLst>
      <p:ext uri="{BB962C8B-B14F-4D97-AF65-F5344CB8AC3E}">
        <p14:creationId xmlns:p14="http://schemas.microsoft.com/office/powerpoint/2010/main" val="1969523283"/>
      </p:ext>
    </p:extLst>
  </p:cSld>
</p:sld>
</file>

<file path=ppt/slides/slide6.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7B485EB-71E6-40DE-9667-3AD31526639D}"/>
              </a:ext>
            </a:extLst>
          </p:cNvPr>
          <p:cNvSpPr>
            <a:spLocks xmlns:a="http://schemas.openxmlformats.org/drawingml/2006/main" noGrp="1"/>
          </p:cNvSpPr>
          <p:nvPr/>
        </p:nvSpPr>
        <p:spPr>
          <a:xfrm xmlns:a="http://schemas.openxmlformats.org/drawingml/2006/main">
            <a:off x="609600" y="457200"/>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132A35"/>
                </a:solidFill>
                <a:latin typeface="DejaVu Sans"/>
                <a:ea typeface="DejaVu Sans"/>
                <a:cs typeface="DejaVu Sans"/>
              </a:defRPr>
            </a:defPPr>
            <a:lvl1pPr>
              <a:defRPr sz="3300" b="1">
                <a:solidFill>
                  <a:srgbClr val="132A35"/>
                </a:solidFill>
                <a:latin typeface="DejaVu Sans"/>
                <a:ea typeface="DejaVu Sans"/>
                <a:cs typeface="DejaVu Sans"/>
              </a:defRPr>
            </a:lvl1pPr>
            <a:lvl2pPr>
              <a:defRPr sz="3300" b="1">
                <a:solidFill>
                  <a:srgbClr val="132A35"/>
                </a:solidFill>
                <a:latin typeface="DejaVu Sans"/>
                <a:ea typeface="DejaVu Sans"/>
                <a:cs typeface="DejaVu Sans"/>
              </a:defRPr>
            </a:lvl2pPr>
            <a:lvl3pPr>
              <a:defRPr sz="3300" b="1">
                <a:solidFill>
                  <a:srgbClr val="132A35"/>
                </a:solidFill>
                <a:latin typeface="DejaVu Sans"/>
                <a:ea typeface="DejaVu Sans"/>
                <a:cs typeface="DejaVu Sans"/>
              </a:defRPr>
            </a:lvl3pPr>
            <a:lvl4pPr>
              <a:defRPr sz="3300" b="1">
                <a:solidFill>
                  <a:srgbClr val="132A35"/>
                </a:solidFill>
                <a:latin typeface="DejaVu Sans"/>
                <a:ea typeface="DejaVu Sans"/>
                <a:cs typeface="DejaVu Sans"/>
              </a:defRPr>
            </a:lvl4pPr>
            <a:lvl5pPr>
              <a:defRPr sz="3300" b="1">
                <a:solidFill>
                  <a:srgbClr val="132A35"/>
                </a:solidFill>
                <a:latin typeface="DejaVu Sans"/>
                <a:ea typeface="DejaVu Sans"/>
                <a:cs typeface="DejaVu Sans"/>
              </a:defRPr>
            </a:lvl5pPr>
            <a:lvl6pPr>
              <a:defRPr sz="3300" b="1">
                <a:solidFill>
                  <a:srgbClr val="132A35"/>
                </a:solidFill>
                <a:latin typeface="DejaVu Sans"/>
                <a:ea typeface="DejaVu Sans"/>
                <a:cs typeface="DejaVu Sans"/>
              </a:defRPr>
            </a:lvl6pPr>
            <a:lvl7pPr>
              <a:defRPr sz="3300" b="1">
                <a:solidFill>
                  <a:srgbClr val="132A35"/>
                </a:solidFill>
                <a:latin typeface="DejaVu Sans"/>
                <a:ea typeface="DejaVu Sans"/>
                <a:cs typeface="DejaVu Sans"/>
              </a:defRPr>
            </a:lvl7pPr>
            <a:lvl8pPr>
              <a:defRPr sz="3300" b="1">
                <a:solidFill>
                  <a:srgbClr val="132A35"/>
                </a:solidFill>
                <a:latin typeface="DejaVu Sans"/>
                <a:ea typeface="DejaVu Sans"/>
                <a:cs typeface="DejaVu Sans"/>
              </a:defRPr>
            </a:lvl8pPr>
            <a:lvl9pPr>
              <a:defRPr sz="3300" b="1">
                <a:solidFill>
                  <a:srgbClr val="132A35"/>
                </a:solidFill>
                <a:latin typeface="DejaVu Sans"/>
                <a:ea typeface="DejaVu Sans"/>
                <a:cs typeface="DejaVu Sans"/>
              </a:defRPr>
            </a:lvl9pPr>
          </a:lstStyle>
          <a:p xmlns:a="http://schemas.openxmlformats.org/drawingml/2006/main">
            <a:pPr>
              <a:defRPr sz="3300" b="1">
                <a:solidFill>
                  <a:srgbClr val="132A35"/>
                </a:solidFill>
                <a:latin typeface="DejaVu Sans"/>
                <a:ea typeface="DejaVu Sans"/>
                <a:cs typeface="DejaVu Sans"/>
              </a:defRPr>
            </a:pPr>
            <a:r>
              <a:rPr sz="3300" b="1">
                <a:solidFill>
                  <a:srgbClr val="132A35"/>
                </a:solidFill>
                <a:latin typeface="DejaVu Sans"/>
                <a:ea typeface="DejaVu Sans"/>
                <a:cs typeface="DejaVu Sans"/>
              </a:rPr>
              <a:t>GraphRAG for code &amp; business logic</a:t>
            </a:r>
          </a:p>
        </p:txBody>
      </p:sp>
      <p:sp>
        <p:nvSpPr>
          <p:cNvPr id="2" name="">
            <a:extLst xmlns:a="http://schemas.openxmlformats.org/drawingml/2006/main">
              <a:ext uri="{FF2B5EF4-FFF2-40B4-BE49-F238E27FC236}">
                <a16:creationId xmlns:a16="http://schemas.microsoft.com/office/drawing/2014/main" id="{4508B07F-6768-46B9-8011-F1FE967AAAE4}"/>
              </a:ext>
            </a:extLst>
          </p:cNvPr>
          <p:cNvSpPr>
            <a:spLocks xmlns:a="http://schemas.openxmlformats.org/drawingml/2006/main" noGrp="1"/>
          </p:cNvSpPr>
          <p:nvPr/>
        </p:nvSpPr>
        <p:spPr>
          <a:xfrm xmlns:a="http://schemas.openxmlformats.org/drawingml/2006/main">
            <a:off x="609600" y="1143000"/>
            <a:ext cx="1095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087E83"/>
                </a:solidFill>
                <a:latin typeface="DejaVu Sans"/>
                <a:ea typeface="DejaVu Sans"/>
                <a:cs typeface="DejaVu Sans"/>
              </a:defRPr>
            </a:defPPr>
            <a:lvl1pPr>
              <a:defRPr sz="1725" b="0">
                <a:solidFill>
                  <a:srgbClr val="087E83"/>
                </a:solidFill>
                <a:latin typeface="DejaVu Sans"/>
                <a:ea typeface="DejaVu Sans"/>
                <a:cs typeface="DejaVu Sans"/>
              </a:defRPr>
            </a:lvl1pPr>
            <a:lvl2pPr>
              <a:defRPr sz="1725" b="0">
                <a:solidFill>
                  <a:srgbClr val="087E83"/>
                </a:solidFill>
                <a:latin typeface="DejaVu Sans"/>
                <a:ea typeface="DejaVu Sans"/>
                <a:cs typeface="DejaVu Sans"/>
              </a:defRPr>
            </a:lvl2pPr>
            <a:lvl3pPr>
              <a:defRPr sz="1725" b="0">
                <a:solidFill>
                  <a:srgbClr val="087E83"/>
                </a:solidFill>
                <a:latin typeface="DejaVu Sans"/>
                <a:ea typeface="DejaVu Sans"/>
                <a:cs typeface="DejaVu Sans"/>
              </a:defRPr>
            </a:lvl3pPr>
            <a:lvl4pPr>
              <a:defRPr sz="1725" b="0">
                <a:solidFill>
                  <a:srgbClr val="087E83"/>
                </a:solidFill>
                <a:latin typeface="DejaVu Sans"/>
                <a:ea typeface="DejaVu Sans"/>
                <a:cs typeface="DejaVu Sans"/>
              </a:defRPr>
            </a:lvl4pPr>
            <a:lvl5pPr>
              <a:defRPr sz="1725" b="0">
                <a:solidFill>
                  <a:srgbClr val="087E83"/>
                </a:solidFill>
                <a:latin typeface="DejaVu Sans"/>
                <a:ea typeface="DejaVu Sans"/>
                <a:cs typeface="DejaVu Sans"/>
              </a:defRPr>
            </a:lvl5pPr>
            <a:lvl6pPr>
              <a:defRPr sz="1725" b="0">
                <a:solidFill>
                  <a:srgbClr val="087E83"/>
                </a:solidFill>
                <a:latin typeface="DejaVu Sans"/>
                <a:ea typeface="DejaVu Sans"/>
                <a:cs typeface="DejaVu Sans"/>
              </a:defRPr>
            </a:lvl6pPr>
            <a:lvl7pPr>
              <a:defRPr sz="1725" b="0">
                <a:solidFill>
                  <a:srgbClr val="087E83"/>
                </a:solidFill>
                <a:latin typeface="DejaVu Sans"/>
                <a:ea typeface="DejaVu Sans"/>
                <a:cs typeface="DejaVu Sans"/>
              </a:defRPr>
            </a:lvl7pPr>
            <a:lvl8pPr>
              <a:defRPr sz="1725" b="0">
                <a:solidFill>
                  <a:srgbClr val="087E83"/>
                </a:solidFill>
                <a:latin typeface="DejaVu Sans"/>
                <a:ea typeface="DejaVu Sans"/>
                <a:cs typeface="DejaVu Sans"/>
              </a:defRPr>
            </a:lvl8pPr>
            <a:lvl9pPr>
              <a:defRPr sz="1725" b="0">
                <a:solidFill>
                  <a:srgbClr val="087E83"/>
                </a:solidFill>
                <a:latin typeface="DejaVu Sans"/>
                <a:ea typeface="DejaVu Sans"/>
                <a:cs typeface="DejaVu Sans"/>
              </a:defRPr>
            </a:lvl9pPr>
          </a:lstStyle>
          <a:p xmlns:a="http://schemas.openxmlformats.org/drawingml/2006/main">
            <a:pPr>
              <a:defRPr sz="1725" b="0">
                <a:solidFill>
                  <a:srgbClr val="087E83"/>
                </a:solidFill>
                <a:latin typeface="DejaVu Sans"/>
                <a:ea typeface="DejaVu Sans"/>
                <a:cs typeface="DejaVu Sans"/>
              </a:defRPr>
            </a:pPr>
            <a:r>
              <a:rPr sz="1725" b="0">
                <a:solidFill>
                  <a:srgbClr val="087E83"/>
                </a:solidFill>
                <a:latin typeface="DejaVu Sans"/>
                <a:ea typeface="DejaVu Sans"/>
                <a:cs typeface="DejaVu Sans"/>
              </a:rPr>
              <a:t>Optum data interoperability: connected context for generation and change</a:t>
            </a:r>
          </a:p>
        </p:txBody>
      </p:sp>
      <p:sp>
        <p:nvSpPr>
          <p:cNvPr id="3" name="">
            <a:extLst xmlns:a="http://schemas.openxmlformats.org/drawingml/2006/main">
              <a:ext uri="{FF2B5EF4-FFF2-40B4-BE49-F238E27FC236}">
                <a16:creationId xmlns:a16="http://schemas.microsoft.com/office/drawing/2014/main" id="{8EE85822-D90A-40D5-B695-7510E5E90CE8}"/>
              </a:ext>
            </a:extLst>
          </p:cNvPr>
          <p:cNvSpPr>
            <a:spLocks xmlns:a="http://schemas.openxmlformats.org/drawingml/2006/main" noGrp="1"/>
          </p:cNvSpPr>
          <p:nvPr/>
        </p:nvSpPr>
        <p:spPr>
          <a:xfrm xmlns:a="http://schemas.openxmlformats.org/drawingml/2006/main">
            <a:off x="609600" y="194310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1">
                <a:solidFill>
                  <a:srgbClr val="087E83"/>
                </a:solidFill>
                <a:latin typeface="DejaVu Sans"/>
                <a:ea typeface="DejaVu Sans"/>
                <a:cs typeface="DejaVu Sans"/>
              </a:defRPr>
            </a:defPPr>
            <a:lvl1pPr>
              <a:defRPr sz="2250" b="1">
                <a:solidFill>
                  <a:srgbClr val="087E83"/>
                </a:solidFill>
                <a:latin typeface="DejaVu Sans"/>
                <a:ea typeface="DejaVu Sans"/>
                <a:cs typeface="DejaVu Sans"/>
              </a:defRPr>
            </a:lvl1pPr>
            <a:lvl2pPr>
              <a:defRPr sz="2250" b="1">
                <a:solidFill>
                  <a:srgbClr val="087E83"/>
                </a:solidFill>
                <a:latin typeface="DejaVu Sans"/>
                <a:ea typeface="DejaVu Sans"/>
                <a:cs typeface="DejaVu Sans"/>
              </a:defRPr>
            </a:lvl2pPr>
            <a:lvl3pPr>
              <a:defRPr sz="2250" b="1">
                <a:solidFill>
                  <a:srgbClr val="087E83"/>
                </a:solidFill>
                <a:latin typeface="DejaVu Sans"/>
                <a:ea typeface="DejaVu Sans"/>
                <a:cs typeface="DejaVu Sans"/>
              </a:defRPr>
            </a:lvl3pPr>
            <a:lvl4pPr>
              <a:defRPr sz="2250" b="1">
                <a:solidFill>
                  <a:srgbClr val="087E83"/>
                </a:solidFill>
                <a:latin typeface="DejaVu Sans"/>
                <a:ea typeface="DejaVu Sans"/>
                <a:cs typeface="DejaVu Sans"/>
              </a:defRPr>
            </a:lvl4pPr>
            <a:lvl5pPr>
              <a:defRPr sz="2250" b="1">
                <a:solidFill>
                  <a:srgbClr val="087E83"/>
                </a:solidFill>
                <a:latin typeface="DejaVu Sans"/>
                <a:ea typeface="DejaVu Sans"/>
                <a:cs typeface="DejaVu Sans"/>
              </a:defRPr>
            </a:lvl5pPr>
            <a:lvl6pPr>
              <a:defRPr sz="2250" b="1">
                <a:solidFill>
                  <a:srgbClr val="087E83"/>
                </a:solidFill>
                <a:latin typeface="DejaVu Sans"/>
                <a:ea typeface="DejaVu Sans"/>
                <a:cs typeface="DejaVu Sans"/>
              </a:defRPr>
            </a:lvl6pPr>
            <a:lvl7pPr>
              <a:defRPr sz="2250" b="1">
                <a:solidFill>
                  <a:srgbClr val="087E83"/>
                </a:solidFill>
                <a:latin typeface="DejaVu Sans"/>
                <a:ea typeface="DejaVu Sans"/>
                <a:cs typeface="DejaVu Sans"/>
              </a:defRPr>
            </a:lvl7pPr>
            <a:lvl8pPr>
              <a:defRPr sz="2250" b="1">
                <a:solidFill>
                  <a:srgbClr val="087E83"/>
                </a:solidFill>
                <a:latin typeface="DejaVu Sans"/>
                <a:ea typeface="DejaVu Sans"/>
                <a:cs typeface="DejaVu Sans"/>
              </a:defRPr>
            </a:lvl8pPr>
            <a:lvl9pPr>
              <a:defRPr sz="2250" b="1">
                <a:solidFill>
                  <a:srgbClr val="087E83"/>
                </a:solidFill>
                <a:latin typeface="DejaVu Sans"/>
                <a:ea typeface="DejaVu Sans"/>
                <a:cs typeface="DejaVu Sans"/>
              </a:defRPr>
            </a:lvl9pPr>
          </a:lstStyle>
          <a:p xmlns:a="http://schemas.openxmlformats.org/drawingml/2006/main">
            <a:pPr>
              <a:defRPr sz="2250" b="1">
                <a:solidFill>
                  <a:srgbClr val="087E83"/>
                </a:solidFill>
                <a:latin typeface="DejaVu Sans"/>
                <a:ea typeface="DejaVu Sans"/>
                <a:cs typeface="DejaVu Sans"/>
              </a:defRPr>
            </a:pPr>
            <a:r>
              <a:rPr sz="2250" b="1">
                <a:solidFill>
                  <a:srgbClr val="087E83"/>
                </a:solidFill>
                <a:latin typeface="DejaVu Sans"/>
                <a:ea typeface="DejaVu Sans"/>
                <a:cs typeface="DejaVu Sans"/>
              </a:rPr>
              <a:t>Separate graphs</a:t>
            </a:r>
          </a:p>
        </p:txBody>
      </p:sp>
      <p:sp>
        <p:nvSpPr>
          <p:cNvPr id="4" name="">
            <a:extLst xmlns:a="http://schemas.openxmlformats.org/drawingml/2006/main">
              <a:ext uri="{FF2B5EF4-FFF2-40B4-BE49-F238E27FC236}">
                <a16:creationId xmlns:a16="http://schemas.microsoft.com/office/drawing/2014/main" id="{C6FF2696-9176-4462-864E-130DBB66DA28}"/>
              </a:ext>
            </a:extLst>
          </p:cNvPr>
          <p:cNvSpPr>
            <a:spLocks xmlns:a="http://schemas.openxmlformats.org/drawingml/2006/main" noGrp="1"/>
          </p:cNvSpPr>
          <p:nvPr/>
        </p:nvSpPr>
        <p:spPr>
          <a:xfrm xmlns:a="http://schemas.openxmlformats.org/drawingml/2006/main">
            <a:off x="609600" y="2543175"/>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1">
                <a:solidFill>
                  <a:srgbClr val="132A35"/>
                </a:solidFill>
                <a:latin typeface="DejaVu Sans"/>
                <a:ea typeface="DejaVu Sans"/>
                <a:cs typeface="DejaVu Sans"/>
              </a:defRPr>
            </a:defPPr>
            <a:lvl1pPr>
              <a:defRPr sz="2100" b="1">
                <a:solidFill>
                  <a:srgbClr val="132A35"/>
                </a:solidFill>
                <a:latin typeface="DejaVu Sans"/>
                <a:ea typeface="DejaVu Sans"/>
                <a:cs typeface="DejaVu Sans"/>
              </a:defRPr>
            </a:lvl1pPr>
            <a:lvl2pPr>
              <a:defRPr sz="2100" b="1">
                <a:solidFill>
                  <a:srgbClr val="132A35"/>
                </a:solidFill>
                <a:latin typeface="DejaVu Sans"/>
                <a:ea typeface="DejaVu Sans"/>
                <a:cs typeface="DejaVu Sans"/>
              </a:defRPr>
            </a:lvl2pPr>
            <a:lvl3pPr>
              <a:defRPr sz="2100" b="1">
                <a:solidFill>
                  <a:srgbClr val="132A35"/>
                </a:solidFill>
                <a:latin typeface="DejaVu Sans"/>
                <a:ea typeface="DejaVu Sans"/>
                <a:cs typeface="DejaVu Sans"/>
              </a:defRPr>
            </a:lvl3pPr>
            <a:lvl4pPr>
              <a:defRPr sz="2100" b="1">
                <a:solidFill>
                  <a:srgbClr val="132A35"/>
                </a:solidFill>
                <a:latin typeface="DejaVu Sans"/>
                <a:ea typeface="DejaVu Sans"/>
                <a:cs typeface="DejaVu Sans"/>
              </a:defRPr>
            </a:lvl4pPr>
            <a:lvl5pPr>
              <a:defRPr sz="2100" b="1">
                <a:solidFill>
                  <a:srgbClr val="132A35"/>
                </a:solidFill>
                <a:latin typeface="DejaVu Sans"/>
                <a:ea typeface="DejaVu Sans"/>
                <a:cs typeface="DejaVu Sans"/>
              </a:defRPr>
            </a:lvl5pPr>
            <a:lvl6pPr>
              <a:defRPr sz="2100" b="1">
                <a:solidFill>
                  <a:srgbClr val="132A35"/>
                </a:solidFill>
                <a:latin typeface="DejaVu Sans"/>
                <a:ea typeface="DejaVu Sans"/>
                <a:cs typeface="DejaVu Sans"/>
              </a:defRPr>
            </a:lvl6pPr>
            <a:lvl7pPr>
              <a:defRPr sz="2100" b="1">
                <a:solidFill>
                  <a:srgbClr val="132A35"/>
                </a:solidFill>
                <a:latin typeface="DejaVu Sans"/>
                <a:ea typeface="DejaVu Sans"/>
                <a:cs typeface="DejaVu Sans"/>
              </a:defRPr>
            </a:lvl7pPr>
            <a:lvl8pPr>
              <a:defRPr sz="2100" b="1">
                <a:solidFill>
                  <a:srgbClr val="132A35"/>
                </a:solidFill>
                <a:latin typeface="DejaVu Sans"/>
                <a:ea typeface="DejaVu Sans"/>
                <a:cs typeface="DejaVu Sans"/>
              </a:defRPr>
            </a:lvl8pPr>
            <a:lvl9pPr>
              <a:defRPr sz="2100" b="1">
                <a:solidFill>
                  <a:srgbClr val="132A35"/>
                </a:solidFill>
                <a:latin typeface="DejaVu Sans"/>
                <a:ea typeface="DejaVu Sans"/>
                <a:cs typeface="DejaVu Sans"/>
              </a:defRPr>
            </a:lvl9pPr>
          </a:lstStyle>
          <a:p xmlns:a="http://schemas.openxmlformats.org/drawingml/2006/main">
            <a:pPr>
              <a:defRPr sz="2100" b="1">
                <a:solidFill>
                  <a:srgbClr val="132A35"/>
                </a:solidFill>
                <a:latin typeface="DejaVu Sans"/>
                <a:ea typeface="DejaVu Sans"/>
                <a:cs typeface="DejaVu Sans"/>
              </a:defRPr>
            </a:pPr>
            <a:r>
              <a:rPr sz="2100" b="1">
                <a:solidFill>
                  <a:srgbClr val="132A35"/>
                </a:solidFill>
                <a:latin typeface="DejaVu Sans"/>
                <a:ea typeface="DejaVu Sans"/>
                <a:cs typeface="DejaVu Sans"/>
              </a:rPr>
              <a:t>Code graph</a:t>
            </a:r>
          </a:p>
        </p:txBody>
      </p:sp>
      <p:sp>
        <p:nvSpPr>
          <p:cNvPr id="5" name="">
            <a:extLst xmlns:a="http://schemas.openxmlformats.org/drawingml/2006/main">
              <a:ext uri="{FF2B5EF4-FFF2-40B4-BE49-F238E27FC236}">
                <a16:creationId xmlns:a16="http://schemas.microsoft.com/office/drawing/2014/main" id="{B76ED0BC-48B6-4E67-90C3-A183889F477D}"/>
              </a:ext>
            </a:extLst>
          </p:cNvPr>
          <p:cNvSpPr>
            <a:spLocks xmlns:a="http://schemas.openxmlformats.org/drawingml/2006/main" noGrp="1"/>
          </p:cNvSpPr>
          <p:nvPr/>
        </p:nvSpPr>
        <p:spPr>
          <a:xfrm xmlns:a="http://schemas.openxmlformats.org/drawingml/2006/main">
            <a:off x="609600" y="2914650"/>
            <a:ext cx="4191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Functions and dependencies</a:t>
            </a:r>
          </a:p>
        </p:txBody>
      </p:sp>
      <p:sp>
        <p:nvSpPr>
          <p:cNvPr id="6" name="">
            <a:extLst xmlns:a="http://schemas.openxmlformats.org/drawingml/2006/main">
              <a:ext uri="{FF2B5EF4-FFF2-40B4-BE49-F238E27FC236}">
                <a16:creationId xmlns:a16="http://schemas.microsoft.com/office/drawing/2014/main" id="{E947B1B2-275D-42B6-9370-C0D655593946}"/>
              </a:ext>
            </a:extLst>
          </p:cNvPr>
          <p:cNvSpPr>
            <a:spLocks xmlns:a="http://schemas.openxmlformats.org/drawingml/2006/main" noGrp="1"/>
          </p:cNvSpPr>
          <p:nvPr/>
        </p:nvSpPr>
        <p:spPr>
          <a:xfrm xmlns:a="http://schemas.openxmlformats.org/drawingml/2006/main">
            <a:off x="609600" y="3486150"/>
            <a:ext cx="419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1">
                <a:solidFill>
                  <a:srgbClr val="132A35"/>
                </a:solidFill>
                <a:latin typeface="DejaVu Sans"/>
                <a:ea typeface="DejaVu Sans"/>
                <a:cs typeface="DejaVu Sans"/>
              </a:defRPr>
            </a:defPPr>
            <a:lvl1pPr>
              <a:defRPr sz="2100" b="1">
                <a:solidFill>
                  <a:srgbClr val="132A35"/>
                </a:solidFill>
                <a:latin typeface="DejaVu Sans"/>
                <a:ea typeface="DejaVu Sans"/>
                <a:cs typeface="DejaVu Sans"/>
              </a:defRPr>
            </a:lvl1pPr>
            <a:lvl2pPr>
              <a:defRPr sz="2100" b="1">
                <a:solidFill>
                  <a:srgbClr val="132A35"/>
                </a:solidFill>
                <a:latin typeface="DejaVu Sans"/>
                <a:ea typeface="DejaVu Sans"/>
                <a:cs typeface="DejaVu Sans"/>
              </a:defRPr>
            </a:lvl2pPr>
            <a:lvl3pPr>
              <a:defRPr sz="2100" b="1">
                <a:solidFill>
                  <a:srgbClr val="132A35"/>
                </a:solidFill>
                <a:latin typeface="DejaVu Sans"/>
                <a:ea typeface="DejaVu Sans"/>
                <a:cs typeface="DejaVu Sans"/>
              </a:defRPr>
            </a:lvl3pPr>
            <a:lvl4pPr>
              <a:defRPr sz="2100" b="1">
                <a:solidFill>
                  <a:srgbClr val="132A35"/>
                </a:solidFill>
                <a:latin typeface="DejaVu Sans"/>
                <a:ea typeface="DejaVu Sans"/>
                <a:cs typeface="DejaVu Sans"/>
              </a:defRPr>
            </a:lvl4pPr>
            <a:lvl5pPr>
              <a:defRPr sz="2100" b="1">
                <a:solidFill>
                  <a:srgbClr val="132A35"/>
                </a:solidFill>
                <a:latin typeface="DejaVu Sans"/>
                <a:ea typeface="DejaVu Sans"/>
                <a:cs typeface="DejaVu Sans"/>
              </a:defRPr>
            </a:lvl5pPr>
            <a:lvl6pPr>
              <a:defRPr sz="2100" b="1">
                <a:solidFill>
                  <a:srgbClr val="132A35"/>
                </a:solidFill>
                <a:latin typeface="DejaVu Sans"/>
                <a:ea typeface="DejaVu Sans"/>
                <a:cs typeface="DejaVu Sans"/>
              </a:defRPr>
            </a:lvl6pPr>
            <a:lvl7pPr>
              <a:defRPr sz="2100" b="1">
                <a:solidFill>
                  <a:srgbClr val="132A35"/>
                </a:solidFill>
                <a:latin typeface="DejaVu Sans"/>
                <a:ea typeface="DejaVu Sans"/>
                <a:cs typeface="DejaVu Sans"/>
              </a:defRPr>
            </a:lvl7pPr>
            <a:lvl8pPr>
              <a:defRPr sz="2100" b="1">
                <a:solidFill>
                  <a:srgbClr val="132A35"/>
                </a:solidFill>
                <a:latin typeface="DejaVu Sans"/>
                <a:ea typeface="DejaVu Sans"/>
                <a:cs typeface="DejaVu Sans"/>
              </a:defRPr>
            </a:lvl8pPr>
            <a:lvl9pPr>
              <a:defRPr sz="2100" b="1">
                <a:solidFill>
                  <a:srgbClr val="132A35"/>
                </a:solidFill>
                <a:latin typeface="DejaVu Sans"/>
                <a:ea typeface="DejaVu Sans"/>
                <a:cs typeface="DejaVu Sans"/>
              </a:defRPr>
            </a:lvl9pPr>
          </a:lstStyle>
          <a:p xmlns:a="http://schemas.openxmlformats.org/drawingml/2006/main">
            <a:pPr>
              <a:defRPr sz="2100" b="1">
                <a:solidFill>
                  <a:srgbClr val="132A35"/>
                </a:solidFill>
                <a:latin typeface="DejaVu Sans"/>
                <a:ea typeface="DejaVu Sans"/>
                <a:cs typeface="DejaVu Sans"/>
              </a:defRPr>
            </a:pPr>
            <a:r>
              <a:rPr sz="2100" b="1">
                <a:solidFill>
                  <a:srgbClr val="132A35"/>
                </a:solidFill>
                <a:latin typeface="DejaVu Sans"/>
                <a:ea typeface="DejaVu Sans"/>
                <a:cs typeface="DejaVu Sans"/>
              </a:rPr>
              <a:t>Business-rule graph</a:t>
            </a:r>
          </a:p>
        </p:txBody>
      </p:sp>
      <p:sp>
        <p:nvSpPr>
          <p:cNvPr id="7" name="">
            <a:extLst xmlns:a="http://schemas.openxmlformats.org/drawingml/2006/main">
              <a:ext uri="{FF2B5EF4-FFF2-40B4-BE49-F238E27FC236}">
                <a16:creationId xmlns:a16="http://schemas.microsoft.com/office/drawing/2014/main" id="{387599FB-5918-4443-ABC2-8645DF853C69}"/>
              </a:ext>
            </a:extLst>
          </p:cNvPr>
          <p:cNvSpPr>
            <a:spLocks xmlns:a="http://schemas.openxmlformats.org/drawingml/2006/main" noGrp="1"/>
          </p:cNvSpPr>
          <p:nvPr/>
        </p:nvSpPr>
        <p:spPr>
          <a:xfrm xmlns:a="http://schemas.openxmlformats.org/drawingml/2006/main">
            <a:off x="609600" y="3857625"/>
            <a:ext cx="428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Mappings and transformation logic</a:t>
            </a:r>
          </a:p>
        </p:txBody>
      </p:sp>
      <p:sp>
        <p:nvSpPr>
          <p:cNvPr id="8" name="">
            <a:extLst xmlns:a="http://schemas.openxmlformats.org/drawingml/2006/main">
              <a:ext uri="{FF2B5EF4-FFF2-40B4-BE49-F238E27FC236}">
                <a16:creationId xmlns:a16="http://schemas.microsoft.com/office/drawing/2014/main" id="{469CB6BB-717E-4308-807B-E6172C535F79}"/>
              </a:ext>
            </a:extLst>
          </p:cNvPr>
          <p:cNvSpPr>
            <a:spLocks xmlns:a="http://schemas.openxmlformats.org/drawingml/2006/main" noGrp="1"/>
          </p:cNvSpPr>
          <p:nvPr/>
        </p:nvSpPr>
        <p:spPr>
          <a:xfrm xmlns:a="http://schemas.openxmlformats.org/drawingml/2006/main">
            <a:off x="609600" y="4429125"/>
            <a:ext cx="419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1">
                <a:solidFill>
                  <a:srgbClr val="132A35"/>
                </a:solidFill>
                <a:latin typeface="DejaVu Sans"/>
                <a:ea typeface="DejaVu Sans"/>
                <a:cs typeface="DejaVu Sans"/>
              </a:defRPr>
            </a:defPPr>
            <a:lvl1pPr>
              <a:defRPr sz="2100" b="1">
                <a:solidFill>
                  <a:srgbClr val="132A35"/>
                </a:solidFill>
                <a:latin typeface="DejaVu Sans"/>
                <a:ea typeface="DejaVu Sans"/>
                <a:cs typeface="DejaVu Sans"/>
              </a:defRPr>
            </a:lvl1pPr>
            <a:lvl2pPr>
              <a:defRPr sz="2100" b="1">
                <a:solidFill>
                  <a:srgbClr val="132A35"/>
                </a:solidFill>
                <a:latin typeface="DejaVu Sans"/>
                <a:ea typeface="DejaVu Sans"/>
                <a:cs typeface="DejaVu Sans"/>
              </a:defRPr>
            </a:lvl2pPr>
            <a:lvl3pPr>
              <a:defRPr sz="2100" b="1">
                <a:solidFill>
                  <a:srgbClr val="132A35"/>
                </a:solidFill>
                <a:latin typeface="DejaVu Sans"/>
                <a:ea typeface="DejaVu Sans"/>
                <a:cs typeface="DejaVu Sans"/>
              </a:defRPr>
            </a:lvl3pPr>
            <a:lvl4pPr>
              <a:defRPr sz="2100" b="1">
                <a:solidFill>
                  <a:srgbClr val="132A35"/>
                </a:solidFill>
                <a:latin typeface="DejaVu Sans"/>
                <a:ea typeface="DejaVu Sans"/>
                <a:cs typeface="DejaVu Sans"/>
              </a:defRPr>
            </a:lvl4pPr>
            <a:lvl5pPr>
              <a:defRPr sz="2100" b="1">
                <a:solidFill>
                  <a:srgbClr val="132A35"/>
                </a:solidFill>
                <a:latin typeface="DejaVu Sans"/>
                <a:ea typeface="DejaVu Sans"/>
                <a:cs typeface="DejaVu Sans"/>
              </a:defRPr>
            </a:lvl5pPr>
            <a:lvl6pPr>
              <a:defRPr sz="2100" b="1">
                <a:solidFill>
                  <a:srgbClr val="132A35"/>
                </a:solidFill>
                <a:latin typeface="DejaVu Sans"/>
                <a:ea typeface="DejaVu Sans"/>
                <a:cs typeface="DejaVu Sans"/>
              </a:defRPr>
            </a:lvl6pPr>
            <a:lvl7pPr>
              <a:defRPr sz="2100" b="1">
                <a:solidFill>
                  <a:srgbClr val="132A35"/>
                </a:solidFill>
                <a:latin typeface="DejaVu Sans"/>
                <a:ea typeface="DejaVu Sans"/>
                <a:cs typeface="DejaVu Sans"/>
              </a:defRPr>
            </a:lvl7pPr>
            <a:lvl8pPr>
              <a:defRPr sz="2100" b="1">
                <a:solidFill>
                  <a:srgbClr val="132A35"/>
                </a:solidFill>
                <a:latin typeface="DejaVu Sans"/>
                <a:ea typeface="DejaVu Sans"/>
                <a:cs typeface="DejaVu Sans"/>
              </a:defRPr>
            </a:lvl8pPr>
            <a:lvl9pPr>
              <a:defRPr sz="2100" b="1">
                <a:solidFill>
                  <a:srgbClr val="132A35"/>
                </a:solidFill>
                <a:latin typeface="DejaVu Sans"/>
                <a:ea typeface="DejaVu Sans"/>
                <a:cs typeface="DejaVu Sans"/>
              </a:defRPr>
            </a:lvl9pPr>
          </a:lstStyle>
          <a:p xmlns:a="http://schemas.openxmlformats.org/drawingml/2006/main">
            <a:pPr>
              <a:defRPr sz="2100" b="1">
                <a:solidFill>
                  <a:srgbClr val="132A35"/>
                </a:solidFill>
                <a:latin typeface="DejaVu Sans"/>
                <a:ea typeface="DejaVu Sans"/>
                <a:cs typeface="DejaVu Sans"/>
              </a:defRPr>
            </a:pPr>
            <a:r>
              <a:rPr sz="2100" b="1">
                <a:solidFill>
                  <a:srgbClr val="132A35"/>
                </a:solidFill>
                <a:latin typeface="DejaVu Sans"/>
                <a:ea typeface="DejaVu Sans"/>
                <a:cs typeface="DejaVu Sans"/>
              </a:rPr>
              <a:t>TDD / test graph</a:t>
            </a:r>
          </a:p>
        </p:txBody>
      </p:sp>
      <p:sp>
        <p:nvSpPr>
          <p:cNvPr id="9" name="">
            <a:extLst xmlns:a="http://schemas.openxmlformats.org/drawingml/2006/main">
              <a:ext uri="{FF2B5EF4-FFF2-40B4-BE49-F238E27FC236}">
                <a16:creationId xmlns:a16="http://schemas.microsoft.com/office/drawing/2014/main" id="{613F74A5-D6D6-4B58-A1A8-99A101D67D52}"/>
              </a:ext>
            </a:extLst>
          </p:cNvPr>
          <p:cNvSpPr>
            <a:spLocks xmlns:a="http://schemas.openxmlformats.org/drawingml/2006/main" noGrp="1"/>
          </p:cNvSpPr>
          <p:nvPr/>
        </p:nvSpPr>
        <p:spPr>
          <a:xfrm xmlns:a="http://schemas.openxmlformats.org/drawingml/2006/main">
            <a:off x="609600" y="4800600"/>
            <a:ext cx="428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Expected behavior and test coverage</a:t>
            </a:r>
          </a:p>
        </p:txBody>
      </p:sp>
      <p:sp>
        <p:nvSpPr>
          <p:cNvPr id="10" name="">
            <a:extLst xmlns:a="http://schemas.openxmlformats.org/drawingml/2006/main">
              <a:ext uri="{FF2B5EF4-FFF2-40B4-BE49-F238E27FC236}">
                <a16:creationId xmlns:a16="http://schemas.microsoft.com/office/drawing/2014/main" id="{816C04EF-A6EF-418A-90F5-94AE79507448}"/>
              </a:ext>
            </a:extLst>
          </p:cNvPr>
          <p:cNvSpPr>
            <a:spLocks xmlns:a="http://schemas.openxmlformats.org/drawingml/2006/main" noGrp="1"/>
          </p:cNvSpPr>
          <p:nvPr/>
        </p:nvSpPr>
        <p:spPr>
          <a:xfrm xmlns:a="http://schemas.openxmlformats.org/drawingml/2006/main">
            <a:off x="5219700" y="1943100"/>
            <a:ext cx="6324600" cy="2324100"/>
          </a:xfrm>
          <a:prstGeom xmlns:a="http://schemas.openxmlformats.org/drawingml/2006/main" prst="rect">
            <a:avLst/>
          </a:prstGeom>
          <a:solidFill xmlns:a="http://schemas.openxmlformats.org/drawingml/2006/main">
            <a:srgbClr val="E7E8DF"/>
          </a:solidFill>
          <a:ln xmlns:a="http://schemas.openxmlformats.org/drawingml/2006/main" w="9525">
            <a:solidFill>
              <a:srgbClr val="A7B5B2"/>
            </a:solidFill>
            <a:prstDash val="solid"/>
          </a:ln>
        </p:spPr>
        <p:txBody>
          <a:bodyPr xmlns:a="http://schemas.openxmlformats.org/drawingml/2006/main" lIns="209550" tIns="209550" rIns="209550" bIns="209550" anchor="ctr"/>
          <a:lstStyle xmlns:a="http://schemas.openxmlformats.org/drawingml/2006/main">
            <a:defPPr algn="ctr">
              <a:defRPr sz="1650" b="0">
                <a:solidFill>
                  <a:srgbClr val="53676D"/>
                </a:solidFill>
                <a:latin typeface="DejaVu Sans"/>
                <a:ea typeface="DejaVu Sans"/>
                <a:cs typeface="DejaVu Sans"/>
              </a:defRPr>
            </a:defPPr>
            <a:lvl1pPr algn="ctr">
              <a:defRPr sz="1650" b="0">
                <a:solidFill>
                  <a:srgbClr val="53676D"/>
                </a:solidFill>
                <a:latin typeface="DejaVu Sans"/>
                <a:ea typeface="DejaVu Sans"/>
                <a:cs typeface="DejaVu Sans"/>
              </a:defRPr>
            </a:lvl1pPr>
            <a:lvl2pPr algn="ctr">
              <a:defRPr sz="1650" b="0">
                <a:solidFill>
                  <a:srgbClr val="53676D"/>
                </a:solidFill>
                <a:latin typeface="DejaVu Sans"/>
                <a:ea typeface="DejaVu Sans"/>
                <a:cs typeface="DejaVu Sans"/>
              </a:defRPr>
            </a:lvl2pPr>
            <a:lvl3pPr algn="ctr">
              <a:defRPr sz="1650" b="0">
                <a:solidFill>
                  <a:srgbClr val="53676D"/>
                </a:solidFill>
                <a:latin typeface="DejaVu Sans"/>
                <a:ea typeface="DejaVu Sans"/>
                <a:cs typeface="DejaVu Sans"/>
              </a:defRPr>
            </a:lvl3pPr>
            <a:lvl4pPr algn="ctr">
              <a:defRPr sz="1650" b="0">
                <a:solidFill>
                  <a:srgbClr val="53676D"/>
                </a:solidFill>
                <a:latin typeface="DejaVu Sans"/>
                <a:ea typeface="DejaVu Sans"/>
                <a:cs typeface="DejaVu Sans"/>
              </a:defRPr>
            </a:lvl4pPr>
            <a:lvl5pPr algn="ctr">
              <a:defRPr sz="1650" b="0">
                <a:solidFill>
                  <a:srgbClr val="53676D"/>
                </a:solidFill>
                <a:latin typeface="DejaVu Sans"/>
                <a:ea typeface="DejaVu Sans"/>
                <a:cs typeface="DejaVu Sans"/>
              </a:defRPr>
            </a:lvl5pPr>
            <a:lvl6pPr algn="ctr">
              <a:defRPr sz="1650" b="0">
                <a:solidFill>
                  <a:srgbClr val="53676D"/>
                </a:solidFill>
                <a:latin typeface="DejaVu Sans"/>
                <a:ea typeface="DejaVu Sans"/>
                <a:cs typeface="DejaVu Sans"/>
              </a:defRPr>
            </a:lvl6pPr>
            <a:lvl7pPr algn="ctr">
              <a:defRPr sz="1650" b="0">
                <a:solidFill>
                  <a:srgbClr val="53676D"/>
                </a:solidFill>
                <a:latin typeface="DejaVu Sans"/>
                <a:ea typeface="DejaVu Sans"/>
                <a:cs typeface="DejaVu Sans"/>
              </a:defRPr>
            </a:lvl7pPr>
            <a:lvl8pPr algn="ctr">
              <a:defRPr sz="1650" b="0">
                <a:solidFill>
                  <a:srgbClr val="53676D"/>
                </a:solidFill>
                <a:latin typeface="DejaVu Sans"/>
                <a:ea typeface="DejaVu Sans"/>
                <a:cs typeface="DejaVu Sans"/>
              </a:defRPr>
            </a:lvl8pPr>
            <a:lvl9pPr algn="ctr">
              <a:defRPr sz="1650" b="0">
                <a:solidFill>
                  <a:srgbClr val="53676D"/>
                </a:solidFill>
                <a:latin typeface="DejaVu Sans"/>
                <a:ea typeface="DejaVu Sans"/>
                <a:cs typeface="DejaVu Sans"/>
              </a:defRPr>
            </a:lvl9pPr>
          </a:lstStyle>
          <a:p xmlns:a="http://schemas.openxmlformats.org/drawingml/2006/main">
            <a:pPr algn="ctr">
              <a:defRPr sz="1650" b="0">
                <a:solidFill>
                  <a:srgbClr val="53676D"/>
                </a:solidFill>
                <a:latin typeface="DejaVu Sans"/>
                <a:ea typeface="DejaVu Sans"/>
                <a:cs typeface="DejaVu Sans"/>
              </a:defRPr>
            </a:pPr>
            <a:r>
              <a:rPr sz="1650" b="0">
                <a:solidFill>
                  <a:srgbClr val="53676D"/>
                </a:solidFill>
                <a:latin typeface="DejaVu Sans"/>
                <a:ea typeface="DejaVu Sans"/>
                <a:cs typeface="DejaVu Sans"/>
              </a:rPr>
              <a:t>[ YOUR LINKED LIVE GRAPH ]</a:t>
            </a:r>
          </a:p>
          <a:p xmlns:a="http://schemas.openxmlformats.org/drawingml/2006/main">
            <a:r>
              <a:t/>
            </a:r>
          </a:p>
          <a:p xmlns:a="http://schemas.openxmlformats.org/drawingml/2006/main">
            <a:pPr algn="ctr">
              <a:defRPr sz="1650" b="0">
                <a:solidFill>
                  <a:srgbClr val="53676D"/>
                </a:solidFill>
                <a:latin typeface="DejaVu Sans"/>
                <a:ea typeface="DejaVu Sans"/>
                <a:cs typeface="DejaVu Sans"/>
              </a:defRPr>
            </a:pPr>
            <a:r>
              <a:rPr sz="1650" b="0">
                <a:solidFill>
                  <a:srgbClr val="53676D"/>
                </a:solidFill>
                <a:latin typeface="DejaVu Sans"/>
                <a:ea typeface="DejaVu Sans"/>
                <a:cs typeface="DejaVu Sans"/>
              </a:rPr>
              <a:t>Connect rules, code and tests</a:t>
            </a:r>
          </a:p>
          <a:p xmlns:a="http://schemas.openxmlformats.org/drawingml/2006/main">
            <a:pPr algn="ctr">
              <a:defRPr sz="1650" b="0">
                <a:solidFill>
                  <a:srgbClr val="53676D"/>
                </a:solidFill>
                <a:latin typeface="DejaVu Sans"/>
                <a:ea typeface="DejaVu Sans"/>
                <a:cs typeface="DejaVu Sans"/>
              </a:defRPr>
            </a:pPr>
            <a:r>
              <a:rPr sz="1650" b="0">
                <a:solidFill>
                  <a:srgbClr val="53676D"/>
                </a:solidFill>
                <a:latin typeface="DejaVu Sans"/>
                <a:ea typeface="DejaVu Sans"/>
                <a:cs typeface="DejaVu Sans"/>
              </a:rPr>
              <a:t>through shared entities and dependencies</a:t>
            </a:r>
          </a:p>
        </p:txBody>
      </p:sp>
      <p:sp>
        <p:nvSpPr>
          <p:cNvPr id="11" name="">
            <a:extLst xmlns:a="http://schemas.openxmlformats.org/drawingml/2006/main">
              <a:ext uri="{FF2B5EF4-FFF2-40B4-BE49-F238E27FC236}">
                <a16:creationId xmlns:a16="http://schemas.microsoft.com/office/drawing/2014/main" id="{917E4852-B347-43DA-BF6C-055A0A4630DD}"/>
              </a:ext>
            </a:extLst>
          </p:cNvPr>
          <p:cNvSpPr>
            <a:spLocks xmlns:a="http://schemas.openxmlformats.org/drawingml/2006/main" noGrp="1"/>
          </p:cNvSpPr>
          <p:nvPr/>
        </p:nvSpPr>
        <p:spPr>
          <a:xfrm xmlns:a="http://schemas.openxmlformats.org/drawingml/2006/main">
            <a:off x="5219700" y="4543425"/>
            <a:ext cx="63246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132A35"/>
                </a:solidFill>
                <a:latin typeface="DejaVu Sans"/>
                <a:ea typeface="DejaVu Sans"/>
                <a:cs typeface="DejaVu Sans"/>
              </a:defRPr>
            </a:defPPr>
            <a:lvl1pPr>
              <a:defRPr sz="2175" b="1">
                <a:solidFill>
                  <a:srgbClr val="132A35"/>
                </a:solidFill>
                <a:latin typeface="DejaVu Sans"/>
                <a:ea typeface="DejaVu Sans"/>
                <a:cs typeface="DejaVu Sans"/>
              </a:defRPr>
            </a:lvl1pPr>
            <a:lvl2pPr>
              <a:defRPr sz="2175" b="1">
                <a:solidFill>
                  <a:srgbClr val="132A35"/>
                </a:solidFill>
                <a:latin typeface="DejaVu Sans"/>
                <a:ea typeface="DejaVu Sans"/>
                <a:cs typeface="DejaVu Sans"/>
              </a:defRPr>
            </a:lvl2pPr>
            <a:lvl3pPr>
              <a:defRPr sz="2175" b="1">
                <a:solidFill>
                  <a:srgbClr val="132A35"/>
                </a:solidFill>
                <a:latin typeface="DejaVu Sans"/>
                <a:ea typeface="DejaVu Sans"/>
                <a:cs typeface="DejaVu Sans"/>
              </a:defRPr>
            </a:lvl3pPr>
            <a:lvl4pPr>
              <a:defRPr sz="2175" b="1">
                <a:solidFill>
                  <a:srgbClr val="132A35"/>
                </a:solidFill>
                <a:latin typeface="DejaVu Sans"/>
                <a:ea typeface="DejaVu Sans"/>
                <a:cs typeface="DejaVu Sans"/>
              </a:defRPr>
            </a:lvl4pPr>
            <a:lvl5pPr>
              <a:defRPr sz="2175" b="1">
                <a:solidFill>
                  <a:srgbClr val="132A35"/>
                </a:solidFill>
                <a:latin typeface="DejaVu Sans"/>
                <a:ea typeface="DejaVu Sans"/>
                <a:cs typeface="DejaVu Sans"/>
              </a:defRPr>
            </a:lvl5pPr>
            <a:lvl6pPr>
              <a:defRPr sz="2175" b="1">
                <a:solidFill>
                  <a:srgbClr val="132A35"/>
                </a:solidFill>
                <a:latin typeface="DejaVu Sans"/>
                <a:ea typeface="DejaVu Sans"/>
                <a:cs typeface="DejaVu Sans"/>
              </a:defRPr>
            </a:lvl6pPr>
            <a:lvl7pPr>
              <a:defRPr sz="2175" b="1">
                <a:solidFill>
                  <a:srgbClr val="132A35"/>
                </a:solidFill>
                <a:latin typeface="DejaVu Sans"/>
                <a:ea typeface="DejaVu Sans"/>
                <a:cs typeface="DejaVu Sans"/>
              </a:defRPr>
            </a:lvl7pPr>
            <a:lvl8pPr>
              <a:defRPr sz="2175" b="1">
                <a:solidFill>
                  <a:srgbClr val="132A35"/>
                </a:solidFill>
                <a:latin typeface="DejaVu Sans"/>
                <a:ea typeface="DejaVu Sans"/>
                <a:cs typeface="DejaVu Sans"/>
              </a:defRPr>
            </a:lvl8pPr>
            <a:lvl9pPr>
              <a:defRPr sz="2175" b="1">
                <a:solidFill>
                  <a:srgbClr val="132A35"/>
                </a:solidFill>
                <a:latin typeface="DejaVu Sans"/>
                <a:ea typeface="DejaVu Sans"/>
                <a:cs typeface="DejaVu Sans"/>
              </a:defRPr>
            </a:lvl9pPr>
          </a:lstStyle>
          <a:p xmlns:a="http://schemas.openxmlformats.org/drawingml/2006/main">
            <a:pPr>
              <a:defRPr sz="2175" b="1">
                <a:solidFill>
                  <a:srgbClr val="132A35"/>
                </a:solidFill>
                <a:latin typeface="DejaVu Sans"/>
                <a:ea typeface="DejaVu Sans"/>
                <a:cs typeface="DejaVu Sans"/>
              </a:defRPr>
            </a:pPr>
            <a:r>
              <a:rPr sz="2175" b="1">
                <a:solidFill>
                  <a:srgbClr val="132A35"/>
                </a:solidFill>
                <a:latin typeface="DejaVu Sans"/>
                <a:ea typeface="DejaVu Sans"/>
                <a:cs typeface="DejaVu Sans"/>
              </a:rPr>
              <a:t>GraphRAG retrieves the relevant context</a:t>
            </a:r>
          </a:p>
        </p:txBody>
      </p:sp>
      <p:sp>
        <p:nvSpPr>
          <p:cNvPr id="12" name="">
            <a:extLst xmlns:a="http://schemas.openxmlformats.org/drawingml/2006/main">
              <a:ext uri="{FF2B5EF4-FFF2-40B4-BE49-F238E27FC236}">
                <a16:creationId xmlns:a16="http://schemas.microsoft.com/office/drawing/2014/main" id="{805388BB-BA08-46FB-8A61-10AB65CC93A0}"/>
              </a:ext>
            </a:extLst>
          </p:cNvPr>
          <p:cNvSpPr>
            <a:spLocks xmlns:a="http://schemas.openxmlformats.org/drawingml/2006/main" noGrp="1"/>
          </p:cNvSpPr>
          <p:nvPr/>
        </p:nvSpPr>
        <p:spPr>
          <a:xfrm xmlns:a="http://schemas.openxmlformats.org/drawingml/2006/main">
            <a:off x="5219700" y="5295900"/>
            <a:ext cx="63246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53676D"/>
                </a:solidFill>
                <a:latin typeface="DejaVu Sans"/>
                <a:ea typeface="DejaVu Sans"/>
                <a:cs typeface="DejaVu Sans"/>
              </a:defRPr>
            </a:defPPr>
            <a:lvl1pPr>
              <a:defRPr sz="1875" b="0">
                <a:solidFill>
                  <a:srgbClr val="53676D"/>
                </a:solidFill>
                <a:latin typeface="DejaVu Sans"/>
                <a:ea typeface="DejaVu Sans"/>
                <a:cs typeface="DejaVu Sans"/>
              </a:defRPr>
            </a:lvl1pPr>
            <a:lvl2pPr>
              <a:defRPr sz="1875" b="0">
                <a:solidFill>
                  <a:srgbClr val="53676D"/>
                </a:solidFill>
                <a:latin typeface="DejaVu Sans"/>
                <a:ea typeface="DejaVu Sans"/>
                <a:cs typeface="DejaVu Sans"/>
              </a:defRPr>
            </a:lvl2pPr>
            <a:lvl3pPr>
              <a:defRPr sz="1875" b="0">
                <a:solidFill>
                  <a:srgbClr val="53676D"/>
                </a:solidFill>
                <a:latin typeface="DejaVu Sans"/>
                <a:ea typeface="DejaVu Sans"/>
                <a:cs typeface="DejaVu Sans"/>
              </a:defRPr>
            </a:lvl3pPr>
            <a:lvl4pPr>
              <a:defRPr sz="1875" b="0">
                <a:solidFill>
                  <a:srgbClr val="53676D"/>
                </a:solidFill>
                <a:latin typeface="DejaVu Sans"/>
                <a:ea typeface="DejaVu Sans"/>
                <a:cs typeface="DejaVu Sans"/>
              </a:defRPr>
            </a:lvl4pPr>
            <a:lvl5pPr>
              <a:defRPr sz="1875" b="0">
                <a:solidFill>
                  <a:srgbClr val="53676D"/>
                </a:solidFill>
                <a:latin typeface="DejaVu Sans"/>
                <a:ea typeface="DejaVu Sans"/>
                <a:cs typeface="DejaVu Sans"/>
              </a:defRPr>
            </a:lvl5pPr>
            <a:lvl6pPr>
              <a:defRPr sz="1875" b="0">
                <a:solidFill>
                  <a:srgbClr val="53676D"/>
                </a:solidFill>
                <a:latin typeface="DejaVu Sans"/>
                <a:ea typeface="DejaVu Sans"/>
                <a:cs typeface="DejaVu Sans"/>
              </a:defRPr>
            </a:lvl6pPr>
            <a:lvl7pPr>
              <a:defRPr sz="1875" b="0">
                <a:solidFill>
                  <a:srgbClr val="53676D"/>
                </a:solidFill>
                <a:latin typeface="DejaVu Sans"/>
                <a:ea typeface="DejaVu Sans"/>
                <a:cs typeface="DejaVu Sans"/>
              </a:defRPr>
            </a:lvl7pPr>
            <a:lvl8pPr>
              <a:defRPr sz="1875" b="0">
                <a:solidFill>
                  <a:srgbClr val="53676D"/>
                </a:solidFill>
                <a:latin typeface="DejaVu Sans"/>
                <a:ea typeface="DejaVu Sans"/>
                <a:cs typeface="DejaVu Sans"/>
              </a:defRPr>
            </a:lvl8pPr>
            <a:lvl9pPr>
              <a:defRPr sz="1875" b="0">
                <a:solidFill>
                  <a:srgbClr val="53676D"/>
                </a:solidFill>
                <a:latin typeface="DejaVu Sans"/>
                <a:ea typeface="DejaVu Sans"/>
                <a:cs typeface="DejaVu Sans"/>
              </a:defRPr>
            </a:lvl9pPr>
          </a:lstStyle>
          <a:p xmlns:a="http://schemas.openxmlformats.org/drawingml/2006/main">
            <a:pPr>
              <a:defRPr sz="1875" b="0">
                <a:solidFill>
                  <a:srgbClr val="53676D"/>
                </a:solidFill>
                <a:latin typeface="DejaVu Sans"/>
                <a:ea typeface="DejaVu Sans"/>
                <a:cs typeface="DejaVu Sans"/>
              </a:defRPr>
            </a:pPr>
            <a:r>
              <a:rPr sz="1875" b="0">
                <a:solidFill>
                  <a:srgbClr val="53676D"/>
                </a:solidFill>
                <a:latin typeface="DejaVu Sans"/>
                <a:ea typeface="DejaVu Sans"/>
                <a:cs typeface="DejaVu Sans"/>
              </a:rPr>
              <a:t>Code generation and human-guided changes</a:t>
            </a:r>
          </a:p>
          <a:p xmlns:a="http://schemas.openxmlformats.org/drawingml/2006/main">
            <a:pPr>
              <a:defRPr sz="1875" b="0">
                <a:solidFill>
                  <a:srgbClr val="53676D"/>
                </a:solidFill>
                <a:latin typeface="DejaVu Sans"/>
                <a:ea typeface="DejaVu Sans"/>
                <a:cs typeface="DejaVu Sans"/>
              </a:defRPr>
            </a:pPr>
            <a:r>
              <a:rPr sz="1875" b="0">
                <a:solidFill>
                  <a:srgbClr val="53676D"/>
                </a:solidFill>
                <a:latin typeface="DejaVu Sans"/>
                <a:ea typeface="DejaVu Sans"/>
                <a:cs typeface="DejaVu Sans"/>
              </a:rPr>
              <a:t>Change-impact and root-cause analysis</a:t>
            </a:r>
          </a:p>
        </p:txBody>
      </p:sp>
      <p:sp>
        <p:nvSpPr>
          <p:cNvPr id="13" name="">
            <a:extLst xmlns:a="http://schemas.openxmlformats.org/drawingml/2006/main">
              <a:ext uri="{FF2B5EF4-FFF2-40B4-BE49-F238E27FC236}">
                <a16:creationId xmlns:a16="http://schemas.microsoft.com/office/drawing/2014/main" id="{2CD377B6-B9B4-48E3-9CCE-82A1FB2A8F9F}"/>
              </a:ext>
            </a:extLst>
          </p:cNvPr>
          <p:cNvSpPr>
            <a:spLocks xmlns:a="http://schemas.openxmlformats.org/drawingml/2006/main" noGrp="1"/>
          </p:cNvSpPr>
          <p:nvPr/>
        </p:nvSpPr>
        <p:spPr>
          <a:xfrm xmlns:a="http://schemas.openxmlformats.org/drawingml/2006/main">
            <a:off x="609600" y="6153150"/>
            <a:ext cx="10934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087E83"/>
                </a:solidFill>
                <a:latin typeface="DejaVu Sans"/>
                <a:ea typeface="DejaVu Sans"/>
                <a:cs typeface="DejaVu Sans"/>
              </a:defRPr>
            </a:defPPr>
            <a:lvl1pPr>
              <a:defRPr sz="1800" b="0">
                <a:solidFill>
                  <a:srgbClr val="087E83"/>
                </a:solidFill>
                <a:latin typeface="DejaVu Sans"/>
                <a:ea typeface="DejaVu Sans"/>
                <a:cs typeface="DejaVu Sans"/>
              </a:defRPr>
            </a:lvl1pPr>
            <a:lvl2pPr>
              <a:defRPr sz="1800" b="0">
                <a:solidFill>
                  <a:srgbClr val="087E83"/>
                </a:solidFill>
                <a:latin typeface="DejaVu Sans"/>
                <a:ea typeface="DejaVu Sans"/>
                <a:cs typeface="DejaVu Sans"/>
              </a:defRPr>
            </a:lvl2pPr>
            <a:lvl3pPr>
              <a:defRPr sz="1800" b="0">
                <a:solidFill>
                  <a:srgbClr val="087E83"/>
                </a:solidFill>
                <a:latin typeface="DejaVu Sans"/>
                <a:ea typeface="DejaVu Sans"/>
                <a:cs typeface="DejaVu Sans"/>
              </a:defRPr>
            </a:lvl3pPr>
            <a:lvl4pPr>
              <a:defRPr sz="1800" b="0">
                <a:solidFill>
                  <a:srgbClr val="087E83"/>
                </a:solidFill>
                <a:latin typeface="DejaVu Sans"/>
                <a:ea typeface="DejaVu Sans"/>
                <a:cs typeface="DejaVu Sans"/>
              </a:defRPr>
            </a:lvl4pPr>
            <a:lvl5pPr>
              <a:defRPr sz="1800" b="0">
                <a:solidFill>
                  <a:srgbClr val="087E83"/>
                </a:solidFill>
                <a:latin typeface="DejaVu Sans"/>
                <a:ea typeface="DejaVu Sans"/>
                <a:cs typeface="DejaVu Sans"/>
              </a:defRPr>
            </a:lvl5pPr>
            <a:lvl6pPr>
              <a:defRPr sz="1800" b="0">
                <a:solidFill>
                  <a:srgbClr val="087E83"/>
                </a:solidFill>
                <a:latin typeface="DejaVu Sans"/>
                <a:ea typeface="DejaVu Sans"/>
                <a:cs typeface="DejaVu Sans"/>
              </a:defRPr>
            </a:lvl6pPr>
            <a:lvl7pPr>
              <a:defRPr sz="1800" b="0">
                <a:solidFill>
                  <a:srgbClr val="087E83"/>
                </a:solidFill>
                <a:latin typeface="DejaVu Sans"/>
                <a:ea typeface="DejaVu Sans"/>
                <a:cs typeface="DejaVu Sans"/>
              </a:defRPr>
            </a:lvl7pPr>
            <a:lvl8pPr>
              <a:defRPr sz="1800" b="0">
                <a:solidFill>
                  <a:srgbClr val="087E83"/>
                </a:solidFill>
                <a:latin typeface="DejaVu Sans"/>
                <a:ea typeface="DejaVu Sans"/>
                <a:cs typeface="DejaVu Sans"/>
              </a:defRPr>
            </a:lvl8pPr>
            <a:lvl9pPr>
              <a:defRPr sz="1800" b="0">
                <a:solidFill>
                  <a:srgbClr val="087E83"/>
                </a:solidFill>
                <a:latin typeface="DejaVu Sans"/>
                <a:ea typeface="DejaVu Sans"/>
                <a:cs typeface="DejaVu Sans"/>
              </a:defRPr>
            </a:lvl9pPr>
          </a:lstStyle>
          <a:p xmlns:a="http://schemas.openxmlformats.org/drawingml/2006/main">
            <a:pPr>
              <a:defRPr sz="1800" b="0">
                <a:solidFill>
                  <a:srgbClr val="087E83"/>
                </a:solidFill>
                <a:latin typeface="DejaVu Sans"/>
                <a:ea typeface="DejaVu Sans"/>
                <a:cs typeface="DejaVu Sans"/>
              </a:defRPr>
            </a:pPr>
            <a:r>
              <a:rPr sz="1800" b="0">
                <a:solidFill>
                  <a:srgbClr val="087E83"/>
                </a:solidFill>
                <a:latin typeface="DejaVu Sans"/>
                <a:ea typeface="DejaVu Sans"/>
                <a:cs typeface="DejaVu Sans"/>
              </a:rPr>
              <a:t>Human feedback keeps the connected context current</a:t>
            </a:r>
          </a:p>
        </p:txBody>
      </p:sp>
    </p:spTree>
    <p:extLst>
      <p:ext uri="{BB962C8B-B14F-4D97-AF65-F5344CB8AC3E}">
        <p14:creationId xmlns:p14="http://schemas.microsoft.com/office/powerpoint/2010/main" val="1124457713"/>
      </p:ext>
    </p:extLst>
  </p:cSld>
</p:sld>
</file>

<file path=ppt/slides/slide7.xml><?xml version="1.0" encoding="utf-8"?>
<p:sld xmlns:p="http://schemas.openxmlformats.org/presentationml/2006/main">
  <p:cSld>
    <p:bg>
      <p:bgPr>
        <a:solidFill xmlns:a="http://schemas.openxmlformats.org/drawingml/2006/main">
          <a:srgbClr val="F6F3EB"/>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5E14CC4-01DF-4499-8D1C-D51FBD9DDFDF}"/>
              </a:ext>
            </a:extLst>
          </p:cNvPr>
          <p:cNvSpPr>
            <a:spLocks xmlns:a="http://schemas.openxmlformats.org/drawingml/2006/main" noGrp="1"/>
          </p:cNvSpPr>
          <p:nvPr/>
        </p:nvSpPr>
        <p:spPr>
          <a:xfrm xmlns:a="http://schemas.openxmlformats.org/drawingml/2006/main">
            <a:off x="609600" y="457200"/>
            <a:ext cx="10953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132A35"/>
                </a:solidFill>
                <a:latin typeface="DejaVu Sans"/>
                <a:ea typeface="DejaVu Sans"/>
                <a:cs typeface="DejaVu Sans"/>
              </a:defRPr>
            </a:defPPr>
            <a:lvl1pPr>
              <a:defRPr sz="3300" b="1">
                <a:solidFill>
                  <a:srgbClr val="132A35"/>
                </a:solidFill>
                <a:latin typeface="DejaVu Sans"/>
                <a:ea typeface="DejaVu Sans"/>
                <a:cs typeface="DejaVu Sans"/>
              </a:defRPr>
            </a:lvl1pPr>
            <a:lvl2pPr>
              <a:defRPr sz="3300" b="1">
                <a:solidFill>
                  <a:srgbClr val="132A35"/>
                </a:solidFill>
                <a:latin typeface="DejaVu Sans"/>
                <a:ea typeface="DejaVu Sans"/>
                <a:cs typeface="DejaVu Sans"/>
              </a:defRPr>
            </a:lvl2pPr>
            <a:lvl3pPr>
              <a:defRPr sz="3300" b="1">
                <a:solidFill>
                  <a:srgbClr val="132A35"/>
                </a:solidFill>
                <a:latin typeface="DejaVu Sans"/>
                <a:ea typeface="DejaVu Sans"/>
                <a:cs typeface="DejaVu Sans"/>
              </a:defRPr>
            </a:lvl3pPr>
            <a:lvl4pPr>
              <a:defRPr sz="3300" b="1">
                <a:solidFill>
                  <a:srgbClr val="132A35"/>
                </a:solidFill>
                <a:latin typeface="DejaVu Sans"/>
                <a:ea typeface="DejaVu Sans"/>
                <a:cs typeface="DejaVu Sans"/>
              </a:defRPr>
            </a:lvl4pPr>
            <a:lvl5pPr>
              <a:defRPr sz="3300" b="1">
                <a:solidFill>
                  <a:srgbClr val="132A35"/>
                </a:solidFill>
                <a:latin typeface="DejaVu Sans"/>
                <a:ea typeface="DejaVu Sans"/>
                <a:cs typeface="DejaVu Sans"/>
              </a:defRPr>
            </a:lvl5pPr>
            <a:lvl6pPr>
              <a:defRPr sz="3300" b="1">
                <a:solidFill>
                  <a:srgbClr val="132A35"/>
                </a:solidFill>
                <a:latin typeface="DejaVu Sans"/>
                <a:ea typeface="DejaVu Sans"/>
                <a:cs typeface="DejaVu Sans"/>
              </a:defRPr>
            </a:lvl6pPr>
            <a:lvl7pPr>
              <a:defRPr sz="3300" b="1">
                <a:solidFill>
                  <a:srgbClr val="132A35"/>
                </a:solidFill>
                <a:latin typeface="DejaVu Sans"/>
                <a:ea typeface="DejaVu Sans"/>
                <a:cs typeface="DejaVu Sans"/>
              </a:defRPr>
            </a:lvl7pPr>
            <a:lvl8pPr>
              <a:defRPr sz="3300" b="1">
                <a:solidFill>
                  <a:srgbClr val="132A35"/>
                </a:solidFill>
                <a:latin typeface="DejaVu Sans"/>
                <a:ea typeface="DejaVu Sans"/>
                <a:cs typeface="DejaVu Sans"/>
              </a:defRPr>
            </a:lvl8pPr>
            <a:lvl9pPr>
              <a:defRPr sz="3300" b="1">
                <a:solidFill>
                  <a:srgbClr val="132A35"/>
                </a:solidFill>
                <a:latin typeface="DejaVu Sans"/>
                <a:ea typeface="DejaVu Sans"/>
                <a:cs typeface="DejaVu Sans"/>
              </a:defRPr>
            </a:lvl9pPr>
          </a:lstStyle>
          <a:p xmlns:a="http://schemas.openxmlformats.org/drawingml/2006/main">
            <a:pPr>
              <a:defRPr sz="3300" b="1">
                <a:solidFill>
                  <a:srgbClr val="132A35"/>
                </a:solidFill>
                <a:latin typeface="DejaVu Sans"/>
                <a:ea typeface="DejaVu Sans"/>
                <a:cs typeface="DejaVu Sans"/>
              </a:defRPr>
            </a:pPr>
            <a:r>
              <a:rPr sz="3300" b="1">
                <a:solidFill>
                  <a:srgbClr val="132A35"/>
                </a:solidFill>
                <a:latin typeface="DejaVu Sans"/>
                <a:ea typeface="DejaVu Sans"/>
                <a:cs typeface="DejaVu Sans"/>
              </a:rPr>
              <a:t>Multimodal AI for Trust &amp; Safety</a:t>
            </a:r>
          </a:p>
        </p:txBody>
      </p:sp>
      <p:sp>
        <p:nvSpPr>
          <p:cNvPr id="2" name="">
            <a:extLst xmlns:a="http://schemas.openxmlformats.org/drawingml/2006/main">
              <a:ext uri="{FF2B5EF4-FFF2-40B4-BE49-F238E27FC236}">
                <a16:creationId xmlns:a16="http://schemas.microsoft.com/office/drawing/2014/main" id="{6B1E77FA-A9DA-4E32-BAC8-A0B6ACC19BC6}"/>
              </a:ext>
            </a:extLst>
          </p:cNvPr>
          <p:cNvSpPr>
            <a:spLocks xmlns:a="http://schemas.openxmlformats.org/drawingml/2006/main" noGrp="1"/>
          </p:cNvSpPr>
          <p:nvPr/>
        </p:nvSpPr>
        <p:spPr>
          <a:xfrm xmlns:a="http://schemas.openxmlformats.org/drawingml/2006/main">
            <a:off x="609600" y="1143000"/>
            <a:ext cx="1095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087E83"/>
                </a:solidFill>
                <a:latin typeface="DejaVu Sans"/>
                <a:ea typeface="DejaVu Sans"/>
                <a:cs typeface="DejaVu Sans"/>
              </a:defRPr>
            </a:defPPr>
            <a:lvl1pPr>
              <a:defRPr sz="1725" b="0">
                <a:solidFill>
                  <a:srgbClr val="087E83"/>
                </a:solidFill>
                <a:latin typeface="DejaVu Sans"/>
                <a:ea typeface="DejaVu Sans"/>
                <a:cs typeface="DejaVu Sans"/>
              </a:defRPr>
            </a:lvl1pPr>
            <a:lvl2pPr>
              <a:defRPr sz="1725" b="0">
                <a:solidFill>
                  <a:srgbClr val="087E83"/>
                </a:solidFill>
                <a:latin typeface="DejaVu Sans"/>
                <a:ea typeface="DejaVu Sans"/>
                <a:cs typeface="DejaVu Sans"/>
              </a:defRPr>
            </a:lvl2pPr>
            <a:lvl3pPr>
              <a:defRPr sz="1725" b="0">
                <a:solidFill>
                  <a:srgbClr val="087E83"/>
                </a:solidFill>
                <a:latin typeface="DejaVu Sans"/>
                <a:ea typeface="DejaVu Sans"/>
                <a:cs typeface="DejaVu Sans"/>
              </a:defRPr>
            </a:lvl3pPr>
            <a:lvl4pPr>
              <a:defRPr sz="1725" b="0">
                <a:solidFill>
                  <a:srgbClr val="087E83"/>
                </a:solidFill>
                <a:latin typeface="DejaVu Sans"/>
                <a:ea typeface="DejaVu Sans"/>
                <a:cs typeface="DejaVu Sans"/>
              </a:defRPr>
            </a:lvl4pPr>
            <a:lvl5pPr>
              <a:defRPr sz="1725" b="0">
                <a:solidFill>
                  <a:srgbClr val="087E83"/>
                </a:solidFill>
                <a:latin typeface="DejaVu Sans"/>
                <a:ea typeface="DejaVu Sans"/>
                <a:cs typeface="DejaVu Sans"/>
              </a:defRPr>
            </a:lvl5pPr>
            <a:lvl6pPr>
              <a:defRPr sz="1725" b="0">
                <a:solidFill>
                  <a:srgbClr val="087E83"/>
                </a:solidFill>
                <a:latin typeface="DejaVu Sans"/>
                <a:ea typeface="DejaVu Sans"/>
                <a:cs typeface="DejaVu Sans"/>
              </a:defRPr>
            </a:lvl6pPr>
            <a:lvl7pPr>
              <a:defRPr sz="1725" b="0">
                <a:solidFill>
                  <a:srgbClr val="087E83"/>
                </a:solidFill>
                <a:latin typeface="DejaVu Sans"/>
                <a:ea typeface="DejaVu Sans"/>
                <a:cs typeface="DejaVu Sans"/>
              </a:defRPr>
            </a:lvl7pPr>
            <a:lvl8pPr>
              <a:defRPr sz="1725" b="0">
                <a:solidFill>
                  <a:srgbClr val="087E83"/>
                </a:solidFill>
                <a:latin typeface="DejaVu Sans"/>
                <a:ea typeface="DejaVu Sans"/>
                <a:cs typeface="DejaVu Sans"/>
              </a:defRPr>
            </a:lvl8pPr>
            <a:lvl9pPr>
              <a:defRPr sz="1725" b="0">
                <a:solidFill>
                  <a:srgbClr val="087E83"/>
                </a:solidFill>
                <a:latin typeface="DejaVu Sans"/>
                <a:ea typeface="DejaVu Sans"/>
                <a:cs typeface="DejaVu Sans"/>
              </a:defRPr>
            </a:lvl9pPr>
          </a:lstStyle>
          <a:p xmlns:a="http://schemas.openxmlformats.org/drawingml/2006/main">
            <a:pPr>
              <a:defRPr sz="1725" b="0">
                <a:solidFill>
                  <a:srgbClr val="087E83"/>
                </a:solidFill>
                <a:latin typeface="DejaVu Sans"/>
                <a:ea typeface="DejaVu Sans"/>
                <a:cs typeface="DejaVu Sans"/>
              </a:defRPr>
            </a:pPr>
            <a:r>
              <a:rPr sz="1725" b="0">
                <a:solidFill>
                  <a:srgbClr val="087E83"/>
                </a:solidFill>
                <a:latin typeface="DejaVu Sans"/>
                <a:ea typeface="DejaVu Sans"/>
                <a:cs typeface="DejaVu Sans"/>
              </a:rPr>
              <a:t>Walmart: combining images, product text and brand signals</a:t>
            </a:r>
          </a:p>
        </p:txBody>
      </p:sp>
      <p:sp>
        <p:nvSpPr>
          <p:cNvPr id="3" name="">
            <a:extLst xmlns:a="http://schemas.openxmlformats.org/drawingml/2006/main">
              <a:ext uri="{FF2B5EF4-FFF2-40B4-BE49-F238E27FC236}">
                <a16:creationId xmlns:a16="http://schemas.microsoft.com/office/drawing/2014/main" id="{A8B550CF-D3EB-4733-989B-70389B09DC8F}"/>
              </a:ext>
            </a:extLst>
          </p:cNvPr>
          <p:cNvSpPr>
            <a:spLocks xmlns:a="http://schemas.openxmlformats.org/drawingml/2006/main" noGrp="1"/>
          </p:cNvSpPr>
          <p:nvPr/>
        </p:nvSpPr>
        <p:spPr>
          <a:xfrm xmlns:a="http://schemas.openxmlformats.org/drawingml/2006/main">
            <a:off x="609600" y="1933575"/>
            <a:ext cx="628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1">
                <a:solidFill>
                  <a:srgbClr val="132A35"/>
                </a:solidFill>
                <a:latin typeface="DejaVu Sans"/>
                <a:ea typeface="DejaVu Sans"/>
                <a:cs typeface="DejaVu Sans"/>
              </a:defRPr>
            </a:defPPr>
            <a:lvl1pPr>
              <a:defRPr sz="2175" b="1">
                <a:solidFill>
                  <a:srgbClr val="132A35"/>
                </a:solidFill>
                <a:latin typeface="DejaVu Sans"/>
                <a:ea typeface="DejaVu Sans"/>
                <a:cs typeface="DejaVu Sans"/>
              </a:defRPr>
            </a:lvl1pPr>
            <a:lvl2pPr>
              <a:defRPr sz="2175" b="1">
                <a:solidFill>
                  <a:srgbClr val="132A35"/>
                </a:solidFill>
                <a:latin typeface="DejaVu Sans"/>
                <a:ea typeface="DejaVu Sans"/>
                <a:cs typeface="DejaVu Sans"/>
              </a:defRPr>
            </a:lvl2pPr>
            <a:lvl3pPr>
              <a:defRPr sz="2175" b="1">
                <a:solidFill>
                  <a:srgbClr val="132A35"/>
                </a:solidFill>
                <a:latin typeface="DejaVu Sans"/>
                <a:ea typeface="DejaVu Sans"/>
                <a:cs typeface="DejaVu Sans"/>
              </a:defRPr>
            </a:lvl3pPr>
            <a:lvl4pPr>
              <a:defRPr sz="2175" b="1">
                <a:solidFill>
                  <a:srgbClr val="132A35"/>
                </a:solidFill>
                <a:latin typeface="DejaVu Sans"/>
                <a:ea typeface="DejaVu Sans"/>
                <a:cs typeface="DejaVu Sans"/>
              </a:defRPr>
            </a:lvl4pPr>
            <a:lvl5pPr>
              <a:defRPr sz="2175" b="1">
                <a:solidFill>
                  <a:srgbClr val="132A35"/>
                </a:solidFill>
                <a:latin typeface="DejaVu Sans"/>
                <a:ea typeface="DejaVu Sans"/>
                <a:cs typeface="DejaVu Sans"/>
              </a:defRPr>
            </a:lvl5pPr>
            <a:lvl6pPr>
              <a:defRPr sz="2175" b="1">
                <a:solidFill>
                  <a:srgbClr val="132A35"/>
                </a:solidFill>
                <a:latin typeface="DejaVu Sans"/>
                <a:ea typeface="DejaVu Sans"/>
                <a:cs typeface="DejaVu Sans"/>
              </a:defRPr>
            </a:lvl6pPr>
            <a:lvl7pPr>
              <a:defRPr sz="2175" b="1">
                <a:solidFill>
                  <a:srgbClr val="132A35"/>
                </a:solidFill>
                <a:latin typeface="DejaVu Sans"/>
                <a:ea typeface="DejaVu Sans"/>
                <a:cs typeface="DejaVu Sans"/>
              </a:defRPr>
            </a:lvl7pPr>
            <a:lvl8pPr>
              <a:defRPr sz="2175" b="1">
                <a:solidFill>
                  <a:srgbClr val="132A35"/>
                </a:solidFill>
                <a:latin typeface="DejaVu Sans"/>
                <a:ea typeface="DejaVu Sans"/>
                <a:cs typeface="DejaVu Sans"/>
              </a:defRPr>
            </a:lvl8pPr>
            <a:lvl9pPr>
              <a:defRPr sz="2175" b="1">
                <a:solidFill>
                  <a:srgbClr val="132A35"/>
                </a:solidFill>
                <a:latin typeface="DejaVu Sans"/>
                <a:ea typeface="DejaVu Sans"/>
                <a:cs typeface="DejaVu Sans"/>
              </a:defRPr>
            </a:lvl9pPr>
          </a:lstStyle>
          <a:p xmlns:a="http://schemas.openxmlformats.org/drawingml/2006/main">
            <a:pPr>
              <a:defRPr sz="2175" b="1">
                <a:solidFill>
                  <a:srgbClr val="132A35"/>
                </a:solidFill>
                <a:latin typeface="DejaVu Sans"/>
                <a:ea typeface="DejaVu Sans"/>
                <a:cs typeface="DejaVu Sans"/>
              </a:defRPr>
            </a:pPr>
            <a:r>
              <a:rPr sz="2175" b="1">
                <a:solidFill>
                  <a:srgbClr val="132A35"/>
                </a:solidFill>
                <a:latin typeface="DejaVu Sans"/>
                <a:ea typeface="DejaVu Sans"/>
                <a:cs typeface="DejaVu Sans"/>
              </a:rPr>
              <a:t>What I built</a:t>
            </a:r>
          </a:p>
        </p:txBody>
      </p:sp>
      <p:sp>
        <p:nvSpPr>
          <p:cNvPr id="4" name="">
            <a:extLst xmlns:a="http://schemas.openxmlformats.org/drawingml/2006/main">
              <a:ext uri="{FF2B5EF4-FFF2-40B4-BE49-F238E27FC236}">
                <a16:creationId xmlns:a16="http://schemas.microsoft.com/office/drawing/2014/main" id="{3DA0001F-69F1-41BA-802B-B3B653CE437B}"/>
              </a:ext>
            </a:extLst>
          </p:cNvPr>
          <p:cNvSpPr>
            <a:spLocks xmlns:a="http://schemas.openxmlformats.org/drawingml/2006/main" noGrp="1"/>
          </p:cNvSpPr>
          <p:nvPr/>
        </p:nvSpPr>
        <p:spPr>
          <a:xfrm xmlns:a="http://schemas.openxmlformats.org/drawingml/2006/main">
            <a:off x="609600" y="2466975"/>
            <a:ext cx="666750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0">
                <a:solidFill>
                  <a:srgbClr val="132A35"/>
                </a:solidFill>
                <a:latin typeface="DejaVu Sans"/>
                <a:ea typeface="DejaVu Sans"/>
                <a:cs typeface="DejaVu Sans"/>
              </a:defRPr>
            </a:defPPr>
            <a:lvl1pPr>
              <a:defRPr sz="2025" b="0">
                <a:solidFill>
                  <a:srgbClr val="132A35"/>
                </a:solidFill>
                <a:latin typeface="DejaVu Sans"/>
                <a:ea typeface="DejaVu Sans"/>
                <a:cs typeface="DejaVu Sans"/>
              </a:defRPr>
            </a:lvl1pPr>
            <a:lvl2pPr>
              <a:defRPr sz="2025" b="0">
                <a:solidFill>
                  <a:srgbClr val="132A35"/>
                </a:solidFill>
                <a:latin typeface="DejaVu Sans"/>
                <a:ea typeface="DejaVu Sans"/>
                <a:cs typeface="DejaVu Sans"/>
              </a:defRPr>
            </a:lvl2pPr>
            <a:lvl3pPr>
              <a:defRPr sz="2025" b="0">
                <a:solidFill>
                  <a:srgbClr val="132A35"/>
                </a:solidFill>
                <a:latin typeface="DejaVu Sans"/>
                <a:ea typeface="DejaVu Sans"/>
                <a:cs typeface="DejaVu Sans"/>
              </a:defRPr>
            </a:lvl3pPr>
            <a:lvl4pPr>
              <a:defRPr sz="2025" b="0">
                <a:solidFill>
                  <a:srgbClr val="132A35"/>
                </a:solidFill>
                <a:latin typeface="DejaVu Sans"/>
                <a:ea typeface="DejaVu Sans"/>
                <a:cs typeface="DejaVu Sans"/>
              </a:defRPr>
            </a:lvl4pPr>
            <a:lvl5pPr>
              <a:defRPr sz="2025" b="0">
                <a:solidFill>
                  <a:srgbClr val="132A35"/>
                </a:solidFill>
                <a:latin typeface="DejaVu Sans"/>
                <a:ea typeface="DejaVu Sans"/>
                <a:cs typeface="DejaVu Sans"/>
              </a:defRPr>
            </a:lvl5pPr>
            <a:lvl6pPr>
              <a:defRPr sz="2025" b="0">
                <a:solidFill>
                  <a:srgbClr val="132A35"/>
                </a:solidFill>
                <a:latin typeface="DejaVu Sans"/>
                <a:ea typeface="DejaVu Sans"/>
                <a:cs typeface="DejaVu Sans"/>
              </a:defRPr>
            </a:lvl6pPr>
            <a:lvl7pPr>
              <a:defRPr sz="2025" b="0">
                <a:solidFill>
                  <a:srgbClr val="132A35"/>
                </a:solidFill>
                <a:latin typeface="DejaVu Sans"/>
                <a:ea typeface="DejaVu Sans"/>
                <a:cs typeface="DejaVu Sans"/>
              </a:defRPr>
            </a:lvl7pPr>
            <a:lvl8pPr>
              <a:defRPr sz="2025" b="0">
                <a:solidFill>
                  <a:srgbClr val="132A35"/>
                </a:solidFill>
                <a:latin typeface="DejaVu Sans"/>
                <a:ea typeface="DejaVu Sans"/>
                <a:cs typeface="DejaVu Sans"/>
              </a:defRPr>
            </a:lvl8pPr>
            <a:lvl9pPr>
              <a:defRPr sz="2025" b="0">
                <a:solidFill>
                  <a:srgbClr val="132A35"/>
                </a:solidFill>
                <a:latin typeface="DejaVu Sans"/>
                <a:ea typeface="DejaVu Sans"/>
                <a:cs typeface="DejaVu Sans"/>
              </a:defRPr>
            </a:lvl9pPr>
          </a:lstStyle>
          <a:p xmlns:a="http://schemas.openxmlformats.org/drawingml/2006/main">
            <a:pPr>
              <a:defRPr sz="2025" b="0">
                <a:solidFill>
                  <a:srgbClr val="132A35"/>
                </a:solidFill>
                <a:latin typeface="DejaVu Sans"/>
                <a:ea typeface="DejaVu Sans"/>
                <a:cs typeface="DejaVu Sans"/>
              </a:defRPr>
            </a:pPr>
            <a:r>
              <a:rPr sz="2025" b="0">
                <a:solidFill>
                  <a:srgbClr val="132A35"/>
                </a:solidFill>
                <a:latin typeface="DejaVu Sans"/>
                <a:ea typeface="DejaVu Sans"/>
                <a:cs typeface="DejaVu Sans"/>
              </a:rPr>
              <a:t>Offensive-content detection</a:t>
            </a:r>
          </a:p>
          <a:p xmlns:a="http://schemas.openxmlformats.org/drawingml/2006/main">
            <a:pPr>
              <a:defRPr sz="2025" b="0">
                <a:solidFill>
                  <a:srgbClr val="132A35"/>
                </a:solidFill>
                <a:latin typeface="DejaVu Sans"/>
                <a:ea typeface="DejaVu Sans"/>
                <a:cs typeface="DejaVu Sans"/>
              </a:defRPr>
            </a:pPr>
            <a:r>
              <a:rPr sz="2025" b="0">
                <a:solidFill>
                  <a:srgbClr val="132A35"/>
                </a:solidFill>
                <a:latin typeface="DejaVu Sans"/>
                <a:ea typeface="DejaVu Sans"/>
                <a:cs typeface="DejaVu Sans"/>
              </a:rPr>
              <a:t>Counterfeit luxury listing detection</a:t>
            </a:r>
          </a:p>
          <a:p xmlns:a="http://schemas.openxmlformats.org/drawingml/2006/main">
            <a:pPr>
              <a:defRPr sz="2025" b="0">
                <a:solidFill>
                  <a:srgbClr val="132A35"/>
                </a:solidFill>
                <a:latin typeface="DejaVu Sans"/>
                <a:ea typeface="DejaVu Sans"/>
                <a:cs typeface="DejaVu Sans"/>
              </a:defRPr>
            </a:pPr>
            <a:r>
              <a:rPr sz="2025" b="0">
                <a:solidFill>
                  <a:srgbClr val="132A35"/>
                </a:solidFill>
                <a:latin typeface="DejaVu Sans"/>
                <a:ea typeface="DejaVu Sans"/>
                <a:cs typeface="DejaVu Sans"/>
              </a:rPr>
              <a:t>Catalogue attribute extraction</a:t>
            </a:r>
          </a:p>
          <a:p xmlns:a="http://schemas.openxmlformats.org/drawingml/2006/main">
            <a:pPr>
              <a:defRPr sz="2025" b="0">
                <a:solidFill>
                  <a:srgbClr val="132A35"/>
                </a:solidFill>
                <a:latin typeface="DejaVu Sans"/>
                <a:ea typeface="DejaVu Sans"/>
                <a:cs typeface="DejaVu Sans"/>
              </a:defRPr>
            </a:pPr>
            <a:r>
              <a:rPr sz="2025" b="0">
                <a:solidFill>
                  <a:srgbClr val="132A35"/>
                </a:solidFill>
                <a:latin typeface="DejaVu Sans"/>
                <a:ea typeface="DejaVu Sans"/>
                <a:cs typeface="DejaVu Sans"/>
              </a:rPr>
              <a:t>Health &amp; Beauty compliance</a:t>
            </a:r>
          </a:p>
        </p:txBody>
      </p:sp>
      <p:sp>
        <p:nvSpPr>
          <p:cNvPr id="5" name="">
            <a:extLst xmlns:a="http://schemas.openxmlformats.org/drawingml/2006/main">
              <a:ext uri="{FF2B5EF4-FFF2-40B4-BE49-F238E27FC236}">
                <a16:creationId xmlns:a16="http://schemas.microsoft.com/office/drawing/2014/main" id="{C6DE541A-D32C-4D15-A4E0-75C57F93BCB5}"/>
              </a:ext>
            </a:extLst>
          </p:cNvPr>
          <p:cNvSpPr>
            <a:spLocks xmlns:a="http://schemas.openxmlformats.org/drawingml/2006/main" noGrp="1"/>
          </p:cNvSpPr>
          <p:nvPr/>
        </p:nvSpPr>
        <p:spPr>
          <a:xfrm xmlns:a="http://schemas.openxmlformats.org/drawingml/2006/main">
            <a:off x="609600" y="4448175"/>
            <a:ext cx="6572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1">
                <a:solidFill>
                  <a:srgbClr val="087E83"/>
                </a:solidFill>
                <a:latin typeface="DejaVu Sans"/>
                <a:ea typeface="DejaVu Sans"/>
                <a:cs typeface="DejaVu Sans"/>
              </a:defRPr>
            </a:defPPr>
            <a:lvl1pPr>
              <a:defRPr sz="2100" b="1">
                <a:solidFill>
                  <a:srgbClr val="087E83"/>
                </a:solidFill>
                <a:latin typeface="DejaVu Sans"/>
                <a:ea typeface="DejaVu Sans"/>
                <a:cs typeface="DejaVu Sans"/>
              </a:defRPr>
            </a:lvl1pPr>
            <a:lvl2pPr>
              <a:defRPr sz="2100" b="1">
                <a:solidFill>
                  <a:srgbClr val="087E83"/>
                </a:solidFill>
                <a:latin typeface="DejaVu Sans"/>
                <a:ea typeface="DejaVu Sans"/>
                <a:cs typeface="DejaVu Sans"/>
              </a:defRPr>
            </a:lvl2pPr>
            <a:lvl3pPr>
              <a:defRPr sz="2100" b="1">
                <a:solidFill>
                  <a:srgbClr val="087E83"/>
                </a:solidFill>
                <a:latin typeface="DejaVu Sans"/>
                <a:ea typeface="DejaVu Sans"/>
                <a:cs typeface="DejaVu Sans"/>
              </a:defRPr>
            </a:lvl3pPr>
            <a:lvl4pPr>
              <a:defRPr sz="2100" b="1">
                <a:solidFill>
                  <a:srgbClr val="087E83"/>
                </a:solidFill>
                <a:latin typeface="DejaVu Sans"/>
                <a:ea typeface="DejaVu Sans"/>
                <a:cs typeface="DejaVu Sans"/>
              </a:defRPr>
            </a:lvl4pPr>
            <a:lvl5pPr>
              <a:defRPr sz="2100" b="1">
                <a:solidFill>
                  <a:srgbClr val="087E83"/>
                </a:solidFill>
                <a:latin typeface="DejaVu Sans"/>
                <a:ea typeface="DejaVu Sans"/>
                <a:cs typeface="DejaVu Sans"/>
              </a:defRPr>
            </a:lvl5pPr>
            <a:lvl6pPr>
              <a:defRPr sz="2100" b="1">
                <a:solidFill>
                  <a:srgbClr val="087E83"/>
                </a:solidFill>
                <a:latin typeface="DejaVu Sans"/>
                <a:ea typeface="DejaVu Sans"/>
                <a:cs typeface="DejaVu Sans"/>
              </a:defRPr>
            </a:lvl6pPr>
            <a:lvl7pPr>
              <a:defRPr sz="2100" b="1">
                <a:solidFill>
                  <a:srgbClr val="087E83"/>
                </a:solidFill>
                <a:latin typeface="DejaVu Sans"/>
                <a:ea typeface="DejaVu Sans"/>
                <a:cs typeface="DejaVu Sans"/>
              </a:defRPr>
            </a:lvl7pPr>
            <a:lvl8pPr>
              <a:defRPr sz="2100" b="1">
                <a:solidFill>
                  <a:srgbClr val="087E83"/>
                </a:solidFill>
                <a:latin typeface="DejaVu Sans"/>
                <a:ea typeface="DejaVu Sans"/>
                <a:cs typeface="DejaVu Sans"/>
              </a:defRPr>
            </a:lvl8pPr>
            <a:lvl9pPr>
              <a:defRPr sz="2100" b="1">
                <a:solidFill>
                  <a:srgbClr val="087E83"/>
                </a:solidFill>
                <a:latin typeface="DejaVu Sans"/>
                <a:ea typeface="DejaVu Sans"/>
                <a:cs typeface="DejaVu Sans"/>
              </a:defRPr>
            </a:lvl9pPr>
          </a:lstStyle>
          <a:p xmlns:a="http://schemas.openxmlformats.org/drawingml/2006/main">
            <a:pPr>
              <a:defRPr sz="2100" b="1">
                <a:solidFill>
                  <a:srgbClr val="087E83"/>
                </a:solidFill>
                <a:latin typeface="DejaVu Sans"/>
                <a:ea typeface="DejaVu Sans"/>
                <a:cs typeface="DejaVu Sans"/>
              </a:defRPr>
            </a:pPr>
            <a:r>
              <a:rPr sz="2100" b="1">
                <a:solidFill>
                  <a:srgbClr val="087E83"/>
                </a:solidFill>
                <a:latin typeface="DejaVu Sans"/>
                <a:ea typeface="DejaVu Sans"/>
                <a:cs typeface="DejaVu Sans"/>
              </a:rPr>
              <a:t>Models &amp; tooling</a:t>
            </a:r>
          </a:p>
        </p:txBody>
      </p:sp>
      <p:sp>
        <p:nvSpPr>
          <p:cNvPr id="6" name="">
            <a:extLst xmlns:a="http://schemas.openxmlformats.org/drawingml/2006/main">
              <a:ext uri="{FF2B5EF4-FFF2-40B4-BE49-F238E27FC236}">
                <a16:creationId xmlns:a16="http://schemas.microsoft.com/office/drawing/2014/main" id="{E2863BF9-EB24-41A6-8C9F-84C5D98D0347}"/>
              </a:ext>
            </a:extLst>
          </p:cNvPr>
          <p:cNvSpPr>
            <a:spLocks xmlns:a="http://schemas.openxmlformats.org/drawingml/2006/main" noGrp="1"/>
          </p:cNvSpPr>
          <p:nvPr/>
        </p:nvSpPr>
        <p:spPr>
          <a:xfrm xmlns:a="http://schemas.openxmlformats.org/drawingml/2006/main">
            <a:off x="609600" y="4943475"/>
            <a:ext cx="67627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53676D"/>
                </a:solidFill>
                <a:latin typeface="DejaVu Sans"/>
                <a:ea typeface="DejaVu Sans"/>
                <a:cs typeface="DejaVu Sans"/>
              </a:defRPr>
            </a:defPPr>
            <a:lvl1pPr>
              <a:defRPr sz="1725" b="0">
                <a:solidFill>
                  <a:srgbClr val="53676D"/>
                </a:solidFill>
                <a:latin typeface="DejaVu Sans"/>
                <a:ea typeface="DejaVu Sans"/>
                <a:cs typeface="DejaVu Sans"/>
              </a:defRPr>
            </a:lvl1pPr>
            <a:lvl2pPr>
              <a:defRPr sz="1725" b="0">
                <a:solidFill>
                  <a:srgbClr val="53676D"/>
                </a:solidFill>
                <a:latin typeface="DejaVu Sans"/>
                <a:ea typeface="DejaVu Sans"/>
                <a:cs typeface="DejaVu Sans"/>
              </a:defRPr>
            </a:lvl2pPr>
            <a:lvl3pPr>
              <a:defRPr sz="1725" b="0">
                <a:solidFill>
                  <a:srgbClr val="53676D"/>
                </a:solidFill>
                <a:latin typeface="DejaVu Sans"/>
                <a:ea typeface="DejaVu Sans"/>
                <a:cs typeface="DejaVu Sans"/>
              </a:defRPr>
            </a:lvl3pPr>
            <a:lvl4pPr>
              <a:defRPr sz="1725" b="0">
                <a:solidFill>
                  <a:srgbClr val="53676D"/>
                </a:solidFill>
                <a:latin typeface="DejaVu Sans"/>
                <a:ea typeface="DejaVu Sans"/>
                <a:cs typeface="DejaVu Sans"/>
              </a:defRPr>
            </a:lvl4pPr>
            <a:lvl5pPr>
              <a:defRPr sz="1725" b="0">
                <a:solidFill>
                  <a:srgbClr val="53676D"/>
                </a:solidFill>
                <a:latin typeface="DejaVu Sans"/>
                <a:ea typeface="DejaVu Sans"/>
                <a:cs typeface="DejaVu Sans"/>
              </a:defRPr>
            </a:lvl5pPr>
            <a:lvl6pPr>
              <a:defRPr sz="1725" b="0">
                <a:solidFill>
                  <a:srgbClr val="53676D"/>
                </a:solidFill>
                <a:latin typeface="DejaVu Sans"/>
                <a:ea typeface="DejaVu Sans"/>
                <a:cs typeface="DejaVu Sans"/>
              </a:defRPr>
            </a:lvl6pPr>
            <a:lvl7pPr>
              <a:defRPr sz="1725" b="0">
                <a:solidFill>
                  <a:srgbClr val="53676D"/>
                </a:solidFill>
                <a:latin typeface="DejaVu Sans"/>
                <a:ea typeface="DejaVu Sans"/>
                <a:cs typeface="DejaVu Sans"/>
              </a:defRPr>
            </a:lvl7pPr>
            <a:lvl8pPr>
              <a:defRPr sz="1725" b="0">
                <a:solidFill>
                  <a:srgbClr val="53676D"/>
                </a:solidFill>
                <a:latin typeface="DejaVu Sans"/>
                <a:ea typeface="DejaVu Sans"/>
                <a:cs typeface="DejaVu Sans"/>
              </a:defRPr>
            </a:lvl8pPr>
            <a:lvl9pPr>
              <a:defRPr sz="1725" b="0">
                <a:solidFill>
                  <a:srgbClr val="53676D"/>
                </a:solidFill>
                <a:latin typeface="DejaVu Sans"/>
                <a:ea typeface="DejaVu Sans"/>
                <a:cs typeface="DejaVu Sans"/>
              </a:defRPr>
            </a:lvl9pPr>
          </a:lstStyle>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CLIP-ViT, OWL, Grounding DINO, LLaVA</a:t>
            </a:r>
          </a:p>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Llama 3, Mixtral, Zephyr, GPT-4</a:t>
            </a:r>
          </a:p>
          <a:p xmlns:a="http://schemas.openxmlformats.org/drawingml/2006/main">
            <a:pPr>
              <a:defRPr sz="1725" b="0">
                <a:solidFill>
                  <a:srgbClr val="53676D"/>
                </a:solidFill>
                <a:latin typeface="DejaVu Sans"/>
                <a:ea typeface="DejaVu Sans"/>
                <a:cs typeface="DejaVu Sans"/>
              </a:defRPr>
            </a:pPr>
            <a:r>
              <a:rPr sz="1725" b="0">
                <a:solidFill>
                  <a:srgbClr val="53676D"/>
                </a:solidFill>
                <a:latin typeface="DejaVu Sans"/>
                <a:ea typeface="DejaVu Sans"/>
                <a:cs typeface="DejaVu Sans"/>
              </a:rPr>
              <a:t>vLLM, LitGPT, LlamaFactory</a:t>
            </a:r>
          </a:p>
        </p:txBody>
      </p:sp>
      <p:sp>
        <p:nvSpPr>
          <p:cNvPr id="7" name="">
            <a:extLst xmlns:a="http://schemas.openxmlformats.org/drawingml/2006/main">
              <a:ext uri="{FF2B5EF4-FFF2-40B4-BE49-F238E27FC236}">
                <a16:creationId xmlns:a16="http://schemas.microsoft.com/office/drawing/2014/main" id="{5C9581C2-7F56-4EF7-955B-D36AD9483509}"/>
              </a:ext>
            </a:extLst>
          </p:cNvPr>
          <p:cNvSpPr>
            <a:spLocks xmlns:a="http://schemas.openxmlformats.org/drawingml/2006/main" noGrp="1"/>
          </p:cNvSpPr>
          <p:nvPr/>
        </p:nvSpPr>
        <p:spPr>
          <a:xfrm xmlns:a="http://schemas.openxmlformats.org/drawingml/2006/main">
            <a:off x="7791450" y="1943100"/>
            <a:ext cx="3752850" cy="2457450"/>
          </a:xfrm>
          <a:prstGeom xmlns:a="http://schemas.openxmlformats.org/drawingml/2006/main" prst="rect">
            <a:avLst/>
          </a:prstGeom>
          <a:solidFill xmlns:a="http://schemas.openxmlformats.org/drawingml/2006/main">
            <a:srgbClr val="E7E8DF"/>
          </a:solidFill>
          <a:ln xmlns:a="http://schemas.openxmlformats.org/drawingml/2006/main" w="9525">
            <a:solidFill>
              <a:srgbClr val="A7B5B2"/>
            </a:solidFill>
            <a:prstDash val="solid"/>
          </a:ln>
        </p:spPr>
        <p:txBody>
          <a:bodyPr xmlns:a="http://schemas.openxmlformats.org/drawingml/2006/main" lIns="209550" tIns="209550" rIns="209550" bIns="209550" anchor="ctr"/>
          <a:lstStyle xmlns:a="http://schemas.openxmlformats.org/drawingml/2006/main">
            <a:defPPr algn="ctr">
              <a:defRPr sz="1650" b="0">
                <a:solidFill>
                  <a:srgbClr val="53676D"/>
                </a:solidFill>
                <a:latin typeface="DejaVu Sans"/>
                <a:ea typeface="DejaVu Sans"/>
                <a:cs typeface="DejaVu Sans"/>
              </a:defRPr>
            </a:defPPr>
            <a:lvl1pPr algn="ctr">
              <a:defRPr sz="1650" b="0">
                <a:solidFill>
                  <a:srgbClr val="53676D"/>
                </a:solidFill>
                <a:latin typeface="DejaVu Sans"/>
                <a:ea typeface="DejaVu Sans"/>
                <a:cs typeface="DejaVu Sans"/>
              </a:defRPr>
            </a:lvl1pPr>
            <a:lvl2pPr algn="ctr">
              <a:defRPr sz="1650" b="0">
                <a:solidFill>
                  <a:srgbClr val="53676D"/>
                </a:solidFill>
                <a:latin typeface="DejaVu Sans"/>
                <a:ea typeface="DejaVu Sans"/>
                <a:cs typeface="DejaVu Sans"/>
              </a:defRPr>
            </a:lvl2pPr>
            <a:lvl3pPr algn="ctr">
              <a:defRPr sz="1650" b="0">
                <a:solidFill>
                  <a:srgbClr val="53676D"/>
                </a:solidFill>
                <a:latin typeface="DejaVu Sans"/>
                <a:ea typeface="DejaVu Sans"/>
                <a:cs typeface="DejaVu Sans"/>
              </a:defRPr>
            </a:lvl3pPr>
            <a:lvl4pPr algn="ctr">
              <a:defRPr sz="1650" b="0">
                <a:solidFill>
                  <a:srgbClr val="53676D"/>
                </a:solidFill>
                <a:latin typeface="DejaVu Sans"/>
                <a:ea typeface="DejaVu Sans"/>
                <a:cs typeface="DejaVu Sans"/>
              </a:defRPr>
            </a:lvl4pPr>
            <a:lvl5pPr algn="ctr">
              <a:defRPr sz="1650" b="0">
                <a:solidFill>
                  <a:srgbClr val="53676D"/>
                </a:solidFill>
                <a:latin typeface="DejaVu Sans"/>
                <a:ea typeface="DejaVu Sans"/>
                <a:cs typeface="DejaVu Sans"/>
              </a:defRPr>
            </a:lvl5pPr>
            <a:lvl6pPr algn="ctr">
              <a:defRPr sz="1650" b="0">
                <a:solidFill>
                  <a:srgbClr val="53676D"/>
                </a:solidFill>
                <a:latin typeface="DejaVu Sans"/>
                <a:ea typeface="DejaVu Sans"/>
                <a:cs typeface="DejaVu Sans"/>
              </a:defRPr>
            </a:lvl6pPr>
            <a:lvl7pPr algn="ctr">
              <a:defRPr sz="1650" b="0">
                <a:solidFill>
                  <a:srgbClr val="53676D"/>
                </a:solidFill>
                <a:latin typeface="DejaVu Sans"/>
                <a:ea typeface="DejaVu Sans"/>
                <a:cs typeface="DejaVu Sans"/>
              </a:defRPr>
            </a:lvl7pPr>
            <a:lvl8pPr algn="ctr">
              <a:defRPr sz="1650" b="0">
                <a:solidFill>
                  <a:srgbClr val="53676D"/>
                </a:solidFill>
                <a:latin typeface="DejaVu Sans"/>
                <a:ea typeface="DejaVu Sans"/>
                <a:cs typeface="DejaVu Sans"/>
              </a:defRPr>
            </a:lvl8pPr>
            <a:lvl9pPr algn="ctr">
              <a:defRPr sz="1650" b="0">
                <a:solidFill>
                  <a:srgbClr val="53676D"/>
                </a:solidFill>
                <a:latin typeface="DejaVu Sans"/>
                <a:ea typeface="DejaVu Sans"/>
                <a:cs typeface="DejaVu Sans"/>
              </a:defRPr>
            </a:lvl9pPr>
          </a:lstStyle>
          <a:p xmlns:a="http://schemas.openxmlformats.org/drawingml/2006/main">
            <a:pPr algn="ctr">
              <a:defRPr sz="1650" b="0">
                <a:solidFill>
                  <a:srgbClr val="53676D"/>
                </a:solidFill>
                <a:latin typeface="DejaVu Sans"/>
                <a:ea typeface="DejaVu Sans"/>
                <a:cs typeface="DejaVu Sans"/>
              </a:defRPr>
            </a:pPr>
            <a:r>
              <a:rPr sz="1650" b="0">
                <a:solidFill>
                  <a:srgbClr val="53676D"/>
                </a:solidFill>
                <a:latin typeface="DejaVu Sans"/>
                <a:ea typeface="DejaVu Sans"/>
                <a:cs typeface="DejaVu Sans"/>
              </a:rPr>
              <a:t>[ MULTIMODAL EXAMPLE ]</a:t>
            </a:r>
          </a:p>
          <a:p xmlns:a="http://schemas.openxmlformats.org/drawingml/2006/main">
            <a:r>
              <a:t/>
            </a:r>
          </a:p>
          <a:p xmlns:a="http://schemas.openxmlformats.org/drawingml/2006/main">
            <a:pPr algn="ctr">
              <a:defRPr sz="1650" b="0">
                <a:solidFill>
                  <a:srgbClr val="53676D"/>
                </a:solidFill>
                <a:latin typeface="DejaVu Sans"/>
                <a:ea typeface="DejaVu Sans"/>
                <a:cs typeface="DejaVu Sans"/>
              </a:defRPr>
            </a:pPr>
            <a:r>
              <a:rPr sz="1650" b="0">
                <a:solidFill>
                  <a:srgbClr val="53676D"/>
                </a:solidFill>
                <a:latin typeface="DejaVu Sans"/>
                <a:ea typeface="DejaVu Sans"/>
                <a:cs typeface="DejaVu Sans"/>
              </a:rPr>
              <a:t>Product image + listing text</a:t>
            </a:r>
          </a:p>
          <a:p xmlns:a="http://schemas.openxmlformats.org/drawingml/2006/main">
            <a:pPr algn="ctr">
              <a:defRPr sz="1650" b="0">
                <a:solidFill>
                  <a:srgbClr val="53676D"/>
                </a:solidFill>
                <a:latin typeface="DejaVu Sans"/>
                <a:ea typeface="DejaVu Sans"/>
                <a:cs typeface="DejaVu Sans"/>
              </a:defRPr>
            </a:pPr>
            <a:r>
              <a:rPr sz="1650" b="0">
                <a:solidFill>
                  <a:srgbClr val="53676D"/>
                </a:solidFill>
                <a:latin typeface="DejaVu Sans"/>
                <a:ea typeface="DejaVu Sans"/>
                <a:cs typeface="DejaVu Sans"/>
              </a:rPr>
              <a:t>+ model decision</a:t>
            </a:r>
          </a:p>
        </p:txBody>
      </p:sp>
      <p:sp>
        <p:nvSpPr>
          <p:cNvPr id="8" name="">
            <a:extLst xmlns:a="http://schemas.openxmlformats.org/drawingml/2006/main">
              <a:ext uri="{FF2B5EF4-FFF2-40B4-BE49-F238E27FC236}">
                <a16:creationId xmlns:a16="http://schemas.microsoft.com/office/drawing/2014/main" id="{A7A33FE1-8DE2-419B-9EE5-A3DDFD80FF2D}"/>
              </a:ext>
            </a:extLst>
          </p:cNvPr>
          <p:cNvSpPr>
            <a:spLocks xmlns:a="http://schemas.openxmlformats.org/drawingml/2006/main" noGrp="1"/>
          </p:cNvSpPr>
          <p:nvPr/>
        </p:nvSpPr>
        <p:spPr>
          <a:xfrm xmlns:a="http://schemas.openxmlformats.org/drawingml/2006/main">
            <a:off x="7791450" y="4667250"/>
            <a:ext cx="3752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625" b="1">
                <a:solidFill>
                  <a:srgbClr val="087E83"/>
                </a:solidFill>
                <a:latin typeface="DejaVu Sans"/>
                <a:ea typeface="DejaVu Sans"/>
                <a:cs typeface="DejaVu Sans"/>
              </a:defRPr>
            </a:defPPr>
            <a:lvl1pPr>
              <a:defRPr sz="2625" b="1">
                <a:solidFill>
                  <a:srgbClr val="087E83"/>
                </a:solidFill>
                <a:latin typeface="DejaVu Sans"/>
                <a:ea typeface="DejaVu Sans"/>
                <a:cs typeface="DejaVu Sans"/>
              </a:defRPr>
            </a:lvl1pPr>
            <a:lvl2pPr>
              <a:defRPr sz="2625" b="1">
                <a:solidFill>
                  <a:srgbClr val="087E83"/>
                </a:solidFill>
                <a:latin typeface="DejaVu Sans"/>
                <a:ea typeface="DejaVu Sans"/>
                <a:cs typeface="DejaVu Sans"/>
              </a:defRPr>
            </a:lvl2pPr>
            <a:lvl3pPr>
              <a:defRPr sz="2625" b="1">
                <a:solidFill>
                  <a:srgbClr val="087E83"/>
                </a:solidFill>
                <a:latin typeface="DejaVu Sans"/>
                <a:ea typeface="DejaVu Sans"/>
                <a:cs typeface="DejaVu Sans"/>
              </a:defRPr>
            </a:lvl3pPr>
            <a:lvl4pPr>
              <a:defRPr sz="2625" b="1">
                <a:solidFill>
                  <a:srgbClr val="087E83"/>
                </a:solidFill>
                <a:latin typeface="DejaVu Sans"/>
                <a:ea typeface="DejaVu Sans"/>
                <a:cs typeface="DejaVu Sans"/>
              </a:defRPr>
            </a:lvl4pPr>
            <a:lvl5pPr>
              <a:defRPr sz="2625" b="1">
                <a:solidFill>
                  <a:srgbClr val="087E83"/>
                </a:solidFill>
                <a:latin typeface="DejaVu Sans"/>
                <a:ea typeface="DejaVu Sans"/>
                <a:cs typeface="DejaVu Sans"/>
              </a:defRPr>
            </a:lvl5pPr>
            <a:lvl6pPr>
              <a:defRPr sz="2625" b="1">
                <a:solidFill>
                  <a:srgbClr val="087E83"/>
                </a:solidFill>
                <a:latin typeface="DejaVu Sans"/>
                <a:ea typeface="DejaVu Sans"/>
                <a:cs typeface="DejaVu Sans"/>
              </a:defRPr>
            </a:lvl6pPr>
            <a:lvl7pPr>
              <a:defRPr sz="2625" b="1">
                <a:solidFill>
                  <a:srgbClr val="087E83"/>
                </a:solidFill>
                <a:latin typeface="DejaVu Sans"/>
                <a:ea typeface="DejaVu Sans"/>
                <a:cs typeface="DejaVu Sans"/>
              </a:defRPr>
            </a:lvl7pPr>
            <a:lvl8pPr>
              <a:defRPr sz="2625" b="1">
                <a:solidFill>
                  <a:srgbClr val="087E83"/>
                </a:solidFill>
                <a:latin typeface="DejaVu Sans"/>
                <a:ea typeface="DejaVu Sans"/>
                <a:cs typeface="DejaVu Sans"/>
              </a:defRPr>
            </a:lvl8pPr>
            <a:lvl9pPr>
              <a:defRPr sz="2625" b="1">
                <a:solidFill>
                  <a:srgbClr val="087E83"/>
                </a:solidFill>
                <a:latin typeface="DejaVu Sans"/>
                <a:ea typeface="DejaVu Sans"/>
                <a:cs typeface="DejaVu Sans"/>
              </a:defRPr>
            </a:lvl9pPr>
          </a:lstStyle>
          <a:p xmlns:a="http://schemas.openxmlformats.org/drawingml/2006/main">
            <a:pPr>
              <a:defRPr sz="2625" b="1">
                <a:solidFill>
                  <a:srgbClr val="087E83"/>
                </a:solidFill>
                <a:latin typeface="DejaVu Sans"/>
                <a:ea typeface="DejaVu Sans"/>
                <a:cs typeface="DejaVu Sans"/>
              </a:defRPr>
            </a:pPr>
            <a:r>
              <a:rPr sz="2625" b="1">
                <a:solidFill>
                  <a:srgbClr val="087E83"/>
                </a:solidFill>
                <a:latin typeface="DejaVu Sans"/>
                <a:ea typeface="DejaVu Sans"/>
                <a:cs typeface="DejaVu Sans"/>
              </a:rPr>
              <a:t>20K+ items/day</a:t>
            </a:r>
          </a:p>
        </p:txBody>
      </p:sp>
      <p:sp>
        <p:nvSpPr>
          <p:cNvPr id="9" name="">
            <a:extLst xmlns:a="http://schemas.openxmlformats.org/drawingml/2006/main">
              <a:ext uri="{FF2B5EF4-FFF2-40B4-BE49-F238E27FC236}">
                <a16:creationId xmlns:a16="http://schemas.microsoft.com/office/drawing/2014/main" id="{BFA80557-AEB1-441F-A7B1-B0B990CD3C82}"/>
              </a:ext>
            </a:extLst>
          </p:cNvPr>
          <p:cNvSpPr>
            <a:spLocks xmlns:a="http://schemas.openxmlformats.org/drawingml/2006/main" noGrp="1"/>
          </p:cNvSpPr>
          <p:nvPr/>
        </p:nvSpPr>
        <p:spPr>
          <a:xfrm xmlns:a="http://schemas.openxmlformats.org/drawingml/2006/main">
            <a:off x="7791450" y="5229225"/>
            <a:ext cx="3752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53676D"/>
                </a:solidFill>
                <a:latin typeface="DejaVu Sans"/>
                <a:ea typeface="DejaVu Sans"/>
                <a:cs typeface="DejaVu Sans"/>
              </a:defRPr>
            </a:defPPr>
            <a:lvl1pPr>
              <a:defRPr sz="1800" b="0">
                <a:solidFill>
                  <a:srgbClr val="53676D"/>
                </a:solidFill>
                <a:latin typeface="DejaVu Sans"/>
                <a:ea typeface="DejaVu Sans"/>
                <a:cs typeface="DejaVu Sans"/>
              </a:defRPr>
            </a:lvl1pPr>
            <a:lvl2pPr>
              <a:defRPr sz="1800" b="0">
                <a:solidFill>
                  <a:srgbClr val="53676D"/>
                </a:solidFill>
                <a:latin typeface="DejaVu Sans"/>
                <a:ea typeface="DejaVu Sans"/>
                <a:cs typeface="DejaVu Sans"/>
              </a:defRPr>
            </a:lvl2pPr>
            <a:lvl3pPr>
              <a:defRPr sz="1800" b="0">
                <a:solidFill>
                  <a:srgbClr val="53676D"/>
                </a:solidFill>
                <a:latin typeface="DejaVu Sans"/>
                <a:ea typeface="DejaVu Sans"/>
                <a:cs typeface="DejaVu Sans"/>
              </a:defRPr>
            </a:lvl3pPr>
            <a:lvl4pPr>
              <a:defRPr sz="1800" b="0">
                <a:solidFill>
                  <a:srgbClr val="53676D"/>
                </a:solidFill>
                <a:latin typeface="DejaVu Sans"/>
                <a:ea typeface="DejaVu Sans"/>
                <a:cs typeface="DejaVu Sans"/>
              </a:defRPr>
            </a:lvl4pPr>
            <a:lvl5pPr>
              <a:defRPr sz="1800" b="0">
                <a:solidFill>
                  <a:srgbClr val="53676D"/>
                </a:solidFill>
                <a:latin typeface="DejaVu Sans"/>
                <a:ea typeface="DejaVu Sans"/>
                <a:cs typeface="DejaVu Sans"/>
              </a:defRPr>
            </a:lvl5pPr>
            <a:lvl6pPr>
              <a:defRPr sz="1800" b="0">
                <a:solidFill>
                  <a:srgbClr val="53676D"/>
                </a:solidFill>
                <a:latin typeface="DejaVu Sans"/>
                <a:ea typeface="DejaVu Sans"/>
                <a:cs typeface="DejaVu Sans"/>
              </a:defRPr>
            </a:lvl6pPr>
            <a:lvl7pPr>
              <a:defRPr sz="1800" b="0">
                <a:solidFill>
                  <a:srgbClr val="53676D"/>
                </a:solidFill>
                <a:latin typeface="DejaVu Sans"/>
                <a:ea typeface="DejaVu Sans"/>
                <a:cs typeface="DejaVu Sans"/>
              </a:defRPr>
            </a:lvl7pPr>
            <a:lvl8pPr>
              <a:defRPr sz="1800" b="0">
                <a:solidFill>
                  <a:srgbClr val="53676D"/>
                </a:solidFill>
                <a:latin typeface="DejaVu Sans"/>
                <a:ea typeface="DejaVu Sans"/>
                <a:cs typeface="DejaVu Sans"/>
              </a:defRPr>
            </a:lvl8pPr>
            <a:lvl9pPr>
              <a:defRPr sz="1800" b="0">
                <a:solidFill>
                  <a:srgbClr val="53676D"/>
                </a:solidFill>
                <a:latin typeface="DejaVu Sans"/>
                <a:ea typeface="DejaVu Sans"/>
                <a:cs typeface="DejaVu Sans"/>
              </a:defRPr>
            </a:lvl9pPr>
          </a:lstStyle>
          <a:p xmlns:a="http://schemas.openxmlformats.org/drawingml/2006/main">
            <a:pPr>
              <a:defRPr sz="1800" b="0">
                <a:solidFill>
                  <a:srgbClr val="53676D"/>
                </a:solidFill>
                <a:latin typeface="DejaVu Sans"/>
                <a:ea typeface="DejaVu Sans"/>
                <a:cs typeface="DejaVu Sans"/>
              </a:defRPr>
            </a:pPr>
            <a:r>
              <a:rPr sz="1800" b="0">
                <a:solidFill>
                  <a:srgbClr val="53676D"/>
                </a:solidFill>
                <a:latin typeface="DejaVu Sans"/>
                <a:ea typeface="DejaVu Sans"/>
                <a:cs typeface="DejaVu Sans"/>
              </a:rPr>
              <a:t>flagged for counterfeit review</a:t>
            </a:r>
          </a:p>
          <a:p xmlns:a="http://schemas.openxmlformats.org/drawingml/2006/main">
            <a:pPr>
              <a:defRPr sz="1800" b="0">
                <a:solidFill>
                  <a:srgbClr val="53676D"/>
                </a:solidFill>
                <a:latin typeface="DejaVu Sans"/>
                <a:ea typeface="DejaVu Sans"/>
                <a:cs typeface="DejaVu Sans"/>
              </a:defRPr>
            </a:pPr>
            <a:r>
              <a:rPr sz="1800" b="0">
                <a:solidFill>
                  <a:srgbClr val="53676D"/>
                </a:solidFill>
                <a:latin typeface="DejaVu Sans"/>
                <a:ea typeface="DejaVu Sans"/>
                <a:cs typeface="DejaVu Sans"/>
              </a:rPr>
              <a:t>at ~90% precision</a:t>
            </a:r>
          </a:p>
        </p:txBody>
      </p:sp>
    </p:spTree>
    <p:extLst>
      <p:ext uri="{BB962C8B-B14F-4D97-AF65-F5344CB8AC3E}">
        <p14:creationId xmlns:p14="http://schemas.microsoft.com/office/powerpoint/2010/main" val="16858246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2026-10-21T16:38:41.6190000Z</dcterms:created>
  <dcterms:modified xsi:type="dcterms:W3CDTF">2026-10-21T16:38:41.6190000Z</dcterms:modified>
</coreProperties>
</file>